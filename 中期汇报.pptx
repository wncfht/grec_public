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3" r:id="rId4"/>
    <p:sldId id="266" r:id="rId5"/>
    <p:sldId id="286" r:id="rId6"/>
    <p:sldId id="280" r:id="rId7"/>
    <p:sldId id="285" r:id="rId8"/>
    <p:sldId id="287" r:id="rId9"/>
    <p:sldId id="288" r:id="rId10"/>
    <p:sldId id="289" r:id="rId11"/>
    <p:sldId id="290" r:id="rId12"/>
    <p:sldId id="291" r:id="rId13"/>
    <p:sldId id="292" r:id="rId14"/>
    <p:sldId id="294" r:id="rId15"/>
    <p:sldId id="293" r:id="rId16"/>
    <p:sldId id="273" r:id="rId17"/>
    <p:sldId id="274" r:id="rId18"/>
    <p:sldId id="275" r:id="rId19"/>
    <p:sldId id="267" r:id="rId20"/>
    <p:sldId id="270" r:id="rId21"/>
    <p:sldId id="276" r:id="rId22"/>
    <p:sldId id="268" r:id="rId23"/>
    <p:sldId id="284" r:id="rId24"/>
    <p:sldId id="272" r:id="rId25"/>
    <p:sldId id="262" r:id="rId26"/>
    <p:sldId id="278" r:id="rId27"/>
    <p:sldId id="281" r:id="rId28"/>
    <p:sldId id="269" r:id="rId29"/>
    <p:sldId id="271" r:id="rId30"/>
    <p:sldId id="277" r:id="rId31"/>
    <p:sldId id="260" r:id="rId32"/>
    <p:sldId id="261" r:id="rId33"/>
    <p:sldId id="282" r:id="rId34"/>
    <p:sldId id="279" r:id="rId35"/>
    <p:sldId id="265" r:id="rId36"/>
    <p:sldId id="264"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5A380"/>
    <a:srgbClr val="959DBF"/>
    <a:srgbClr val="2D5AC2"/>
    <a:srgbClr val="2E76BC"/>
    <a:srgbClr val="A6A6A6"/>
    <a:srgbClr val="C55A11"/>
    <a:srgbClr val="FFC000"/>
    <a:srgbClr val="2B75CF"/>
    <a:srgbClr val="004098"/>
    <a:srgbClr val="BD9F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89" autoAdjust="0"/>
    <p:restoredTop sz="94660"/>
  </p:normalViewPr>
  <p:slideViewPr>
    <p:cSldViewPr snapToGrid="0">
      <p:cViewPr>
        <p:scale>
          <a:sx n="120" d="100"/>
          <a:sy n="120" d="100"/>
        </p:scale>
        <p:origin x="440" y="52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lang="zh-CN" sz="2130" b="1" i="0" u="none" strike="noStrike" kern="1200" baseline="0">
              <a:solidFill>
                <a:schemeClr val="tx2"/>
              </a:solidFill>
              <a:latin typeface="+mn-lt"/>
              <a:ea typeface="+mn-ea"/>
              <a:cs typeface="+mn-cs"/>
            </a:defRPr>
          </a:pPr>
        </a:p>
      </c:txPr>
    </c:title>
    <c:autoTitleDeleted val="0"/>
    <c:plotArea>
      <c:layout/>
      <c:barChart>
        <c:barDir val="col"/>
        <c:grouping val="clustered"/>
        <c:varyColors val="0"/>
        <c:ser>
          <c:idx val="0"/>
          <c:order val="0"/>
          <c:tx>
            <c:strRef>
              <c:f>Sheet1!$B$1</c:f>
              <c:strCache>
                <c:ptCount val="1"/>
                <c:pt idx="0">
                  <c:v>系列 1</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Lbls>
            <c:delete val="1"/>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系列 2</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invertIfNegative val="0"/>
          <c:dLbls>
            <c:delete val="1"/>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c:v>
                </c:pt>
                <c:pt idx="2">
                  <c:v>1.8</c:v>
                </c:pt>
                <c:pt idx="3">
                  <c:v>2.8</c:v>
                </c:pt>
              </c:numCache>
            </c:numRef>
          </c:val>
        </c:ser>
        <c:ser>
          <c:idx val="2"/>
          <c:order val="2"/>
          <c:tx>
            <c:strRef>
              <c:f>Sheet1!$D$1</c:f>
              <c:strCache>
                <c:ptCount val="1"/>
                <c:pt idx="0">
                  <c:v>系列 3</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invertIfNegative val="0"/>
          <c:dLbls>
            <c:delete val="1"/>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100"/>
        <c:overlap val="-24"/>
        <c:axId val="1353352960"/>
        <c:axId val="1353368352"/>
      </c:barChart>
      <c:catAx>
        <c:axId val="1353352960"/>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2"/>
                </a:solidFill>
                <a:latin typeface="+mn-lt"/>
                <a:ea typeface="+mn-ea"/>
                <a:cs typeface="+mn-cs"/>
              </a:defRPr>
            </a:pPr>
          </a:p>
        </c:txPr>
        <c:crossAx val="1353368352"/>
        <c:crosses val="autoZero"/>
        <c:auto val="1"/>
        <c:lblAlgn val="ctr"/>
        <c:lblOffset val="100"/>
        <c:noMultiLvlLbl val="0"/>
      </c:catAx>
      <c:valAx>
        <c:axId val="1353368352"/>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2"/>
                </a:solidFill>
                <a:latin typeface="+mn-lt"/>
                <a:ea typeface="+mn-ea"/>
                <a:cs typeface="+mn-cs"/>
              </a:defRPr>
            </a:pPr>
          </a:p>
        </c:txPr>
        <c:crossAx val="135335296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2"/>
              </a:solidFill>
              <a:latin typeface="+mn-lt"/>
              <a:ea typeface="+mn-ea"/>
              <a:cs typeface="+mn-cs"/>
            </a:defRPr>
          </a:pPr>
        </a:p>
      </c:txPr>
    </c:legend>
    <c:plotVisOnly val="1"/>
    <c:dispBlanksAs val="gap"/>
    <c:showDLblsOverMax val="0"/>
    <c:extLst>
      <c:ext uri="{0b15fc19-7d7d-44ad-8c2d-2c3a37ce22c3}">
        <chartProps xmlns="https://web.wps.cn/et/2018/main" chartId="{6cda5bb5-6821-4255-8988-a788aa343071}"/>
      </c:ext>
    </c:extLst>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2800" b="1" i="0" u="none" strike="noStrike" kern="1200" baseline="0">
                <a:solidFill>
                  <a:schemeClr val="tx2"/>
                </a:solidFill>
                <a:latin typeface="+mn-lt"/>
                <a:ea typeface="+mn-ea"/>
                <a:cs typeface="+mn-cs"/>
              </a:defRPr>
            </a:pPr>
            <a:r>
              <a:rPr lang="zh-CN" altLang="en-US" sz="2800" dirty="0"/>
              <a:t>图表标题</a:t>
            </a:r>
            <a:endParaRPr lang="zh-CN" altLang="en-US" sz="2800" dirty="0"/>
          </a:p>
        </c:rich>
      </c:tx>
      <c:layout/>
      <c:overlay val="0"/>
      <c:spPr>
        <a:noFill/>
        <a:ln>
          <a:noFill/>
        </a:ln>
        <a:effectLst/>
      </c:spPr>
    </c:title>
    <c:autoTitleDeleted val="0"/>
    <c:view3D>
      <c:rotX val="30"/>
      <c:rotY val="0"/>
      <c:depthPercent val="100"/>
      <c:rAngAx val="0"/>
    </c:view3D>
    <c:floor>
      <c:thickness val="0"/>
      <c:spPr>
        <a:noFill/>
        <a:ln>
          <a:noFill/>
        </a:ln>
        <a:effectLst/>
      </c:spPr>
    </c:floor>
    <c:sideWall>
      <c:thickness val="0"/>
      <c:spPr>
        <a:noFill/>
        <a:ln>
          <a:noFill/>
        </a:ln>
        <a:effectLst/>
      </c:spPr>
    </c:sideWall>
    <c:backWall>
      <c:thickness val="0"/>
      <c:spPr>
        <a:noFill/>
        <a:ln>
          <a:noFill/>
        </a:ln>
        <a:effectLst/>
      </c:spPr>
    </c:backWall>
    <c:plotArea>
      <c:layout>
        <c:manualLayout>
          <c:layoutTarget val="inner"/>
          <c:xMode val="edge"/>
          <c:yMode val="edge"/>
          <c:x val="0.0813555483368091"/>
          <c:y val="0.235797735073135"/>
          <c:w val="0.879278863758283"/>
          <c:h val="0.648021693866213"/>
        </c:manualLayout>
      </c:layout>
      <c:pie3DChart>
        <c:varyColors val="1"/>
        <c:ser>
          <c:idx val="0"/>
          <c:order val="0"/>
          <c:tx>
            <c:strRef>
              <c:f>Sheet1!$B$1</c:f>
              <c:strCache>
                <c:ptCount val="1"/>
                <c:pt idx="0">
                  <c:v>销售额</c:v>
                </c:pt>
              </c:strCache>
            </c:strRef>
          </c:tx>
          <c:spPr/>
          <c:explosion val="0"/>
          <c:dPt>
            <c:idx val="0"/>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scene3d>
                <a:camera prst="orthographicFront"/>
                <a:lightRig rig="threePt" dir="t"/>
              </a:scene3d>
              <a:sp3d/>
            </c:spPr>
          </c:dPt>
          <c:dPt>
            <c:idx val="1"/>
            <c:bubble3D val="0"/>
            <c:explosion val="18"/>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scene3d>
                <a:camera prst="orthographicFront"/>
                <a:lightRig rig="threePt" dir="t"/>
              </a:scene3d>
              <a:sp3d/>
            </c:spPr>
          </c:dPt>
          <c:dPt>
            <c:idx val="2"/>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scene3d>
                <a:camera prst="orthographicFront"/>
                <a:lightRig rig="threePt" dir="t"/>
              </a:scene3d>
              <a:sp3d/>
            </c:spPr>
          </c:dPt>
          <c:dPt>
            <c:idx val="3"/>
            <c:bubble3D val="0"/>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a:noFill/>
              </a:ln>
              <a:effectLst/>
              <a:scene3d>
                <a:camera prst="orthographicFront"/>
                <a:lightRig rig="threePt" dir="t"/>
              </a:scene3d>
              <a:sp3d/>
            </c:spPr>
          </c:dPt>
          <c:dLbls>
            <c:dLbl>
              <c:idx val="0"/>
              <c:layout/>
              <c:numFmt formatCode="General" sourceLinked="1"/>
              <c:spPr>
                <a:noFill/>
                <a:ln>
                  <a:noFill/>
                </a:ln>
                <a:effectLst/>
              </c:spPr>
              <c:txPr>
                <a:bodyPr rot="0" spcFirstLastPara="1" vertOverflow="ellipsis" vert="horz" wrap="square" lIns="38100" tIns="19050" rIns="38100" bIns="19050" anchor="ctr" anchorCtr="1">
                  <a:spAutoFit/>
                </a:bodyPr>
                <a:lstStyle/>
                <a:p>
                  <a:pPr>
                    <a:defRPr lang="zh-CN" sz="3200" b="1" i="0" u="none" strike="noStrike" kern="1200" baseline="0">
                      <a:solidFill>
                        <a:schemeClr val="bg1"/>
                      </a:solidFill>
                      <a:effectLst>
                        <a:outerShdw blurRad="38100" dist="38100" dir="2700000" algn="tl">
                          <a:srgbClr val="000000">
                            <a:alpha val="43137"/>
                          </a:srgbClr>
                        </a:outerShdw>
                      </a:effectLst>
                      <a:latin typeface="+mn-lt"/>
                      <a:ea typeface="+mn-ea"/>
                      <a:cs typeface="+mn-cs"/>
                    </a:defRPr>
                  </a:pPr>
                </a:p>
              </c:txPr>
              <c:dLblPos val="ctr"/>
              <c:showLegendKey val="0"/>
              <c:showVal val="0"/>
              <c:showCatName val="0"/>
              <c:showSerName val="0"/>
              <c:showPercent val="1"/>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lang="zh-CN" sz="1800" b="1" i="0" u="none" strike="noStrike" kern="1200" baseline="0">
                    <a:solidFill>
                      <a:schemeClr val="bg1"/>
                    </a:solidFill>
                    <a:effectLst>
                      <a:outerShdw blurRad="38100" dist="38100" dir="2700000" algn="tl">
                        <a:srgbClr val="000000">
                          <a:alpha val="43137"/>
                        </a:srgbClr>
                      </a:outerShdw>
                    </a:effectLst>
                    <a:latin typeface="+mn-lt"/>
                    <a:ea typeface="+mn-ea"/>
                    <a:cs typeface="+mn-cs"/>
                  </a:defRPr>
                </a:pPr>
              </a:p>
            </c:txPr>
            <c:dLblPos val="ctr"/>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tx2">
                          <a:lumMod val="35000"/>
                          <a:lumOff val="65000"/>
                        </a:schemeClr>
                      </a:solidFill>
                    </a:ln>
                    <a:effectLst/>
                  </c:spPr>
                </c15:leaderLines>
              </c:ext>
            </c:extLst>
          </c:dLbls>
          <c:cat>
            <c:strRef>
              <c:f>Sheet1!$A$2:$A$5</c:f>
              <c:strCache>
                <c:ptCount val="4"/>
                <c:pt idx="0">
                  <c:v>第一季度</c:v>
                </c:pt>
                <c:pt idx="1">
                  <c:v>第二季度</c:v>
                </c:pt>
                <c:pt idx="2">
                  <c:v>第三季度</c:v>
                </c:pt>
                <c:pt idx="3">
                  <c:v>第四季度</c:v>
                </c:pt>
              </c:strCache>
            </c:strRef>
          </c:cat>
          <c:val>
            <c:numRef>
              <c:f>Sheet1!$B$2:$B$5</c:f>
              <c:numCache>
                <c:formatCode>General</c:formatCode>
                <c:ptCount val="4"/>
                <c:pt idx="0">
                  <c:v>8.2</c:v>
                </c:pt>
                <c:pt idx="1">
                  <c:v>3.2</c:v>
                </c:pt>
                <c:pt idx="2">
                  <c:v>1.4</c:v>
                </c:pt>
                <c:pt idx="3">
                  <c:v>1.2</c:v>
                </c:pt>
              </c:numCache>
            </c:numRef>
          </c:val>
        </c:ser>
        <c:dLbls>
          <c:showLegendKey val="0"/>
          <c:showVal val="0"/>
          <c:showCatName val="1"/>
          <c:showSerName val="0"/>
          <c:showPercent val="0"/>
          <c:showBubbleSize val="0"/>
        </c:dLbls>
      </c:pie3D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400" b="0" i="0" u="none" strike="noStrike" kern="1200" baseline="0">
              <a:solidFill>
                <a:schemeClr val="tx2"/>
              </a:solidFill>
              <a:latin typeface="+mn-lt"/>
              <a:ea typeface="+mn-ea"/>
              <a:cs typeface="+mn-cs"/>
            </a:defRPr>
          </a:pPr>
        </a:p>
      </c:txPr>
    </c:legend>
    <c:plotVisOnly val="1"/>
    <c:dispBlanksAs val="gap"/>
    <c:showDLblsOverMax val="0"/>
    <c:extLst>
      <c:ext uri="{0b15fc19-7d7d-44ad-8c2d-2c3a37ce22c3}">
        <chartProps xmlns="https://web.wps.cn/et/2018/main" chartId="{08e05b2a-123e-4f0a-bacc-5c56ea515d8e}"/>
      </c:ext>
    </c:extLst>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7">
  <cs:axisTitle>
    <cs:lnRef idx="0"/>
    <cs:fillRef idx="0"/>
    <cs:effectRef idx="0"/>
    <cs:fontRef idx="minor">
      <a:schemeClr val="tx2"/>
    </cs:fontRef>
    <cs:defRPr sz="1195"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5"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5" kern="1200"/>
  </cs:chartArea>
  <cs:dataLabel>
    <cs:lnRef idx="0"/>
    <cs:fillRef idx="0"/>
    <cs:effectRef idx="0"/>
    <cs:fontRef idx="minor">
      <a:schemeClr val="tx2"/>
    </cs:fontRef>
    <cs:defRPr sz="1195"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5"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5"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3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5"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5"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66">
  <cs:axisTitle>
    <cs:lnRef idx="0"/>
    <cs:fillRef idx="0"/>
    <cs:effectRef idx="0"/>
    <cs:fontRef idx="minor">
      <a:schemeClr val="tx2"/>
    </cs:fontRef>
    <cs:defRPr sz="1195"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5"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5" kern="1200"/>
  </cs:chartArea>
  <cs:dataLabel>
    <cs:lnRef idx="0"/>
    <cs:fillRef idx="0"/>
    <cs:effectRef idx="0"/>
    <cs:fontRef idx="minor">
      <a:schemeClr val="tx2"/>
    </cs:fontRef>
    <cs:defRPr sz="1195"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5"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5"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3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5"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5" kern="1200"/>
  </cs:valueAxis>
  <cs:wall>
    <cs:lnRef idx="0"/>
    <cs:fillRef idx="0"/>
    <cs:effectRef idx="0"/>
    <cs:fontRef idx="minor">
      <a:schemeClr val="tx2"/>
    </cs:fontRef>
  </cs:wall>
</cs:chartStyle>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0">
    <dgm:fillClrLst meth="repeat">
      <a:schemeClr val="accent1">
        <a:shade val="80000"/>
      </a:schemeClr>
    </dgm:fillClrLst>
    <dgm:linClrLst meth="repeat">
      <a:schemeClr val="lt1"/>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CCAC802E-7D66-4FA5-BAA0-59F0AD2C3FD1}" type="doc">
      <dgm:prSet loTypeId="urn:microsoft.com/office/officeart/2005/8/layout/gear1" loCatId="cycle" qsTypeId="urn:microsoft.com/office/officeart/2005/8/quickstyle/simple2" qsCatId="simple" csTypeId="urn:microsoft.com/office/officeart/2005/8/colors/accent1_3" csCatId="accent1" phldr="1"/>
      <dgm:spPr/>
    </dgm:pt>
    <dgm:pt modelId="{82157769-FA30-4FC0-B527-F19CF19583B8}">
      <dgm:prSet phldrT="[文本]" custT="1"/>
      <dgm:spPr/>
      <dgm:t>
        <a:bodyPr/>
        <a:lstStyle/>
        <a:p>
          <a:r>
            <a:rPr lang="zh-CN" altLang="en-US" sz="2800" b="1" dirty="0">
              <a:effectLst>
                <a:outerShdw blurRad="38100" dist="38100" dir="2700000" algn="tl">
                  <a:srgbClr val="000000">
                    <a:alpha val="43137"/>
                  </a:srgbClr>
                </a:outerShdw>
              </a:effectLst>
            </a:rPr>
            <a:t>关键词</a:t>
          </a:r>
        </a:p>
      </dgm:t>
    </dgm:pt>
    <dgm:pt modelId="{F97B3A16-6B40-407A-94DD-D0A94D209444}" cxnId="{C4A8306E-696D-4A30-8A40-0701A4805B3D}" type="parTrans">
      <dgm:prSet/>
      <dgm:spPr/>
      <dgm:t>
        <a:bodyPr/>
        <a:lstStyle/>
        <a:p>
          <a:endParaRPr lang="zh-CN" altLang="en-US" b="1">
            <a:solidFill>
              <a:schemeClr val="bg1"/>
            </a:solidFill>
            <a:effectLst>
              <a:outerShdw blurRad="38100" dist="38100" dir="2700000" algn="tl">
                <a:srgbClr val="000000">
                  <a:alpha val="43137"/>
                </a:srgbClr>
              </a:outerShdw>
            </a:effectLst>
          </a:endParaRPr>
        </a:p>
      </dgm:t>
    </dgm:pt>
    <dgm:pt modelId="{5C5B8929-AD1B-40F9-B0CA-DFF3956BCFA4}" cxnId="{C4A8306E-696D-4A30-8A40-0701A4805B3D}" type="sibTrans">
      <dgm:prSet/>
      <dgm:spPr/>
      <dgm:t>
        <a:bodyPr/>
        <a:lstStyle/>
        <a:p>
          <a:endParaRPr lang="zh-CN" altLang="en-US" b="1">
            <a:solidFill>
              <a:schemeClr val="bg1"/>
            </a:solidFill>
            <a:effectLst>
              <a:outerShdw blurRad="38100" dist="38100" dir="2700000" algn="tl">
                <a:srgbClr val="000000">
                  <a:alpha val="43137"/>
                </a:srgbClr>
              </a:outerShdw>
            </a:effectLst>
          </a:endParaRPr>
        </a:p>
      </dgm:t>
    </dgm:pt>
    <dgm:pt modelId="{F1141A63-9253-4743-9491-451D34B0CF7D}">
      <dgm:prSet phldrT="[文本]"/>
      <dgm:spPr/>
      <dgm:t>
        <a:bodyPr/>
        <a:lstStyle/>
        <a:p>
          <a:r>
            <a:rPr lang="zh-CN" altLang="en-US" b="1">
              <a:effectLst>
                <a:outerShdw blurRad="38100" dist="38100" dir="2700000" algn="tl">
                  <a:srgbClr val="000000">
                    <a:alpha val="43137"/>
                  </a:srgbClr>
                </a:outerShdw>
              </a:effectLst>
            </a:rPr>
            <a:t>关键词</a:t>
          </a:r>
          <a:endParaRPr lang="zh-CN" altLang="en-US" b="1" dirty="0">
            <a:effectLst>
              <a:outerShdw blurRad="38100" dist="38100" dir="2700000" algn="tl">
                <a:srgbClr val="000000">
                  <a:alpha val="43137"/>
                </a:srgbClr>
              </a:outerShdw>
            </a:effectLst>
          </a:endParaRPr>
        </a:p>
      </dgm:t>
    </dgm:pt>
    <dgm:pt modelId="{AA391DFC-CB33-40A1-A752-C665AB4D36D7}" cxnId="{9F0D1848-07C6-4D71-BE5A-937B1644F670}" type="parTrans">
      <dgm:prSet/>
      <dgm:spPr/>
      <dgm:t>
        <a:bodyPr/>
        <a:lstStyle/>
        <a:p>
          <a:endParaRPr lang="zh-CN" altLang="en-US" b="1">
            <a:solidFill>
              <a:schemeClr val="bg1"/>
            </a:solidFill>
            <a:effectLst>
              <a:outerShdw blurRad="38100" dist="38100" dir="2700000" algn="tl">
                <a:srgbClr val="000000">
                  <a:alpha val="43137"/>
                </a:srgbClr>
              </a:outerShdw>
            </a:effectLst>
          </a:endParaRPr>
        </a:p>
      </dgm:t>
    </dgm:pt>
    <dgm:pt modelId="{3E45E9DD-D063-4A1D-8C93-0D860F1C9446}" cxnId="{9F0D1848-07C6-4D71-BE5A-937B1644F670}" type="sibTrans">
      <dgm:prSet/>
      <dgm:spPr/>
      <dgm:t>
        <a:bodyPr/>
        <a:lstStyle/>
        <a:p>
          <a:endParaRPr lang="zh-CN" altLang="en-US" b="1">
            <a:solidFill>
              <a:schemeClr val="bg1"/>
            </a:solidFill>
            <a:effectLst>
              <a:outerShdw blurRad="38100" dist="38100" dir="2700000" algn="tl">
                <a:srgbClr val="000000">
                  <a:alpha val="43137"/>
                </a:srgbClr>
              </a:outerShdw>
            </a:effectLst>
          </a:endParaRPr>
        </a:p>
      </dgm:t>
    </dgm:pt>
    <dgm:pt modelId="{671512AD-8D9C-411B-97F4-A17909131C6C}">
      <dgm:prSet phldrT="[文本]"/>
      <dgm:spPr/>
      <dgm:t>
        <a:bodyPr/>
        <a:lstStyle/>
        <a:p>
          <a:r>
            <a:rPr lang="zh-CN" altLang="en-US" b="1">
              <a:effectLst>
                <a:outerShdw blurRad="38100" dist="38100" dir="2700000" algn="tl">
                  <a:srgbClr val="000000">
                    <a:alpha val="43137"/>
                  </a:srgbClr>
                </a:outerShdw>
              </a:effectLst>
            </a:rPr>
            <a:t>关键词</a:t>
          </a:r>
          <a:endParaRPr lang="zh-CN" altLang="en-US" b="1" dirty="0">
            <a:effectLst>
              <a:outerShdw blurRad="38100" dist="38100" dir="2700000" algn="tl">
                <a:srgbClr val="000000">
                  <a:alpha val="43137"/>
                </a:srgbClr>
              </a:outerShdw>
            </a:effectLst>
          </a:endParaRPr>
        </a:p>
      </dgm:t>
    </dgm:pt>
    <dgm:pt modelId="{91FF9BF9-2391-43E6-BEA5-292026516317}" cxnId="{E7E86DB4-062B-4E30-BC04-6EEEF8E6AC5A}" type="parTrans">
      <dgm:prSet/>
      <dgm:spPr/>
      <dgm:t>
        <a:bodyPr/>
        <a:lstStyle/>
        <a:p>
          <a:endParaRPr lang="zh-CN" altLang="en-US" b="1">
            <a:solidFill>
              <a:schemeClr val="bg1"/>
            </a:solidFill>
            <a:effectLst>
              <a:outerShdw blurRad="38100" dist="38100" dir="2700000" algn="tl">
                <a:srgbClr val="000000">
                  <a:alpha val="43137"/>
                </a:srgbClr>
              </a:outerShdw>
            </a:effectLst>
          </a:endParaRPr>
        </a:p>
      </dgm:t>
    </dgm:pt>
    <dgm:pt modelId="{A85E1A8A-7879-4E86-A04B-71A9351C60EC}" cxnId="{E7E86DB4-062B-4E30-BC04-6EEEF8E6AC5A}" type="sibTrans">
      <dgm:prSet/>
      <dgm:spPr/>
      <dgm:t>
        <a:bodyPr/>
        <a:lstStyle/>
        <a:p>
          <a:endParaRPr lang="zh-CN" altLang="en-US" b="1">
            <a:solidFill>
              <a:schemeClr val="bg1"/>
            </a:solidFill>
            <a:effectLst>
              <a:outerShdw blurRad="38100" dist="38100" dir="2700000" algn="tl">
                <a:srgbClr val="000000">
                  <a:alpha val="43137"/>
                </a:srgbClr>
              </a:outerShdw>
            </a:effectLst>
          </a:endParaRPr>
        </a:p>
      </dgm:t>
    </dgm:pt>
    <dgm:pt modelId="{79C67644-734E-4F92-B317-D960DCB26B39}" type="pres">
      <dgm:prSet presAssocID="{CCAC802E-7D66-4FA5-BAA0-59F0AD2C3FD1}" presName="composite" presStyleCnt="0">
        <dgm:presLayoutVars>
          <dgm:chMax val="3"/>
          <dgm:animLvl val="lvl"/>
          <dgm:resizeHandles val="exact"/>
        </dgm:presLayoutVars>
      </dgm:prSet>
      <dgm:spPr/>
    </dgm:pt>
    <dgm:pt modelId="{6368D820-5AD8-4F2A-B4DE-28FC7FDF0DB0}" type="pres">
      <dgm:prSet presAssocID="{82157769-FA30-4FC0-B527-F19CF19583B8}" presName="gear1" presStyleLbl="node1" presStyleIdx="0" presStyleCnt="3">
        <dgm:presLayoutVars>
          <dgm:chMax val="1"/>
          <dgm:bulletEnabled val="1"/>
        </dgm:presLayoutVars>
      </dgm:prSet>
      <dgm:spPr/>
    </dgm:pt>
    <dgm:pt modelId="{BA71DA7B-4ADC-45FD-94AE-2AF38C05DBBD}" type="pres">
      <dgm:prSet presAssocID="{82157769-FA30-4FC0-B527-F19CF19583B8}" presName="gear1srcNode" presStyleLbl="node1" presStyleIdx="0" presStyleCnt="3"/>
      <dgm:spPr/>
    </dgm:pt>
    <dgm:pt modelId="{5092BCAC-A2CB-44BD-9220-7CF9BEBB4B85}" type="pres">
      <dgm:prSet presAssocID="{82157769-FA30-4FC0-B527-F19CF19583B8}" presName="gear1dstNode" presStyleLbl="node1" presStyleIdx="0" presStyleCnt="3"/>
      <dgm:spPr/>
    </dgm:pt>
    <dgm:pt modelId="{F0166E2C-B433-48D7-90C8-02B35E28474A}" type="pres">
      <dgm:prSet presAssocID="{F1141A63-9253-4743-9491-451D34B0CF7D}" presName="gear2" presStyleLbl="node1" presStyleIdx="1" presStyleCnt="3">
        <dgm:presLayoutVars>
          <dgm:chMax val="1"/>
          <dgm:bulletEnabled val="1"/>
        </dgm:presLayoutVars>
      </dgm:prSet>
      <dgm:spPr/>
    </dgm:pt>
    <dgm:pt modelId="{F0082462-8013-4A1B-AB09-EC713C62459C}" type="pres">
      <dgm:prSet presAssocID="{F1141A63-9253-4743-9491-451D34B0CF7D}" presName="gear2srcNode" presStyleLbl="node1" presStyleIdx="1" presStyleCnt="3"/>
      <dgm:spPr/>
    </dgm:pt>
    <dgm:pt modelId="{83363E6B-ABBE-45A8-9EAC-8637A57C8DCF}" type="pres">
      <dgm:prSet presAssocID="{F1141A63-9253-4743-9491-451D34B0CF7D}" presName="gear2dstNode" presStyleLbl="node1" presStyleIdx="1" presStyleCnt="3"/>
      <dgm:spPr/>
    </dgm:pt>
    <dgm:pt modelId="{FDCDF4E3-E341-4243-A61A-ABF4F7FFF44A}" type="pres">
      <dgm:prSet presAssocID="{671512AD-8D9C-411B-97F4-A17909131C6C}" presName="gear3" presStyleLbl="node1" presStyleIdx="2" presStyleCnt="3"/>
      <dgm:spPr/>
    </dgm:pt>
    <dgm:pt modelId="{6E3EE91E-C4EF-43CA-A031-0E5ECB0A3E96}" type="pres">
      <dgm:prSet presAssocID="{671512AD-8D9C-411B-97F4-A17909131C6C}" presName="gear3tx" presStyleLbl="node1" presStyleIdx="2" presStyleCnt="3">
        <dgm:presLayoutVars>
          <dgm:chMax val="1"/>
          <dgm:bulletEnabled val="1"/>
        </dgm:presLayoutVars>
      </dgm:prSet>
      <dgm:spPr/>
    </dgm:pt>
    <dgm:pt modelId="{88F1857E-6AC7-41FA-9AC8-F5C86487EB98}" type="pres">
      <dgm:prSet presAssocID="{671512AD-8D9C-411B-97F4-A17909131C6C}" presName="gear3srcNode" presStyleLbl="node1" presStyleIdx="2" presStyleCnt="3"/>
      <dgm:spPr/>
    </dgm:pt>
    <dgm:pt modelId="{39D17B09-BB7C-4911-80FE-58F5BA143928}" type="pres">
      <dgm:prSet presAssocID="{671512AD-8D9C-411B-97F4-A17909131C6C}" presName="gear3dstNode" presStyleLbl="node1" presStyleIdx="2" presStyleCnt="3"/>
      <dgm:spPr/>
    </dgm:pt>
    <dgm:pt modelId="{C1BE1843-8220-4F59-A573-1DE4279AB09C}" type="pres">
      <dgm:prSet presAssocID="{5C5B8929-AD1B-40F9-B0CA-DFF3956BCFA4}" presName="connector1" presStyleLbl="sibTrans2D1" presStyleIdx="0" presStyleCnt="3"/>
      <dgm:spPr/>
    </dgm:pt>
    <dgm:pt modelId="{14D33AD9-02A7-4925-87F6-7BE2B7DC7EBD}" type="pres">
      <dgm:prSet presAssocID="{3E45E9DD-D063-4A1D-8C93-0D860F1C9446}" presName="connector2" presStyleLbl="sibTrans2D1" presStyleIdx="1" presStyleCnt="3"/>
      <dgm:spPr/>
    </dgm:pt>
    <dgm:pt modelId="{3FED63FC-B29E-41B4-90BF-69AB67019CB1}" type="pres">
      <dgm:prSet presAssocID="{A85E1A8A-7879-4E86-A04B-71A9351C60EC}" presName="connector3" presStyleLbl="sibTrans2D1" presStyleIdx="2" presStyleCnt="3"/>
      <dgm:spPr/>
    </dgm:pt>
  </dgm:ptLst>
  <dgm:cxnLst>
    <dgm:cxn modelId="{F5B7B413-60DC-4979-8CA5-1AD1492F4FCE}" type="presOf" srcId="{F1141A63-9253-4743-9491-451D34B0CF7D}" destId="{83363E6B-ABBE-45A8-9EAC-8637A57C8DCF}" srcOrd="2" destOrd="0" presId="urn:microsoft.com/office/officeart/2005/8/layout/gear1"/>
    <dgm:cxn modelId="{C5A2DC18-5E5B-4C00-AA8D-19B1E2163DBD}" type="presOf" srcId="{82157769-FA30-4FC0-B527-F19CF19583B8}" destId="{5092BCAC-A2CB-44BD-9220-7CF9BEBB4B85}" srcOrd="2" destOrd="0" presId="urn:microsoft.com/office/officeart/2005/8/layout/gear1"/>
    <dgm:cxn modelId="{B6223F44-9CE2-49B8-8A69-ECC0CDBE3D8B}" type="presOf" srcId="{CCAC802E-7D66-4FA5-BAA0-59F0AD2C3FD1}" destId="{79C67644-734E-4F92-B317-D960DCB26B39}" srcOrd="0" destOrd="0" presId="urn:microsoft.com/office/officeart/2005/8/layout/gear1"/>
    <dgm:cxn modelId="{58834845-B646-4147-9965-7EAABC25E6CC}" type="presOf" srcId="{82157769-FA30-4FC0-B527-F19CF19583B8}" destId="{BA71DA7B-4ADC-45FD-94AE-2AF38C05DBBD}" srcOrd="1" destOrd="0" presId="urn:microsoft.com/office/officeart/2005/8/layout/gear1"/>
    <dgm:cxn modelId="{9F0D1848-07C6-4D71-BE5A-937B1644F670}" srcId="{CCAC802E-7D66-4FA5-BAA0-59F0AD2C3FD1}" destId="{F1141A63-9253-4743-9491-451D34B0CF7D}" srcOrd="1" destOrd="0" parTransId="{AA391DFC-CB33-40A1-A752-C665AB4D36D7}" sibTransId="{3E45E9DD-D063-4A1D-8C93-0D860F1C9446}"/>
    <dgm:cxn modelId="{C8CD8763-E291-4A78-95E4-F517EE733F43}" type="presOf" srcId="{F1141A63-9253-4743-9491-451D34B0CF7D}" destId="{F0082462-8013-4A1B-AB09-EC713C62459C}" srcOrd="1" destOrd="0" presId="urn:microsoft.com/office/officeart/2005/8/layout/gear1"/>
    <dgm:cxn modelId="{6149306D-F739-4D12-88CE-54CFC306C075}" type="presOf" srcId="{3E45E9DD-D063-4A1D-8C93-0D860F1C9446}" destId="{14D33AD9-02A7-4925-87F6-7BE2B7DC7EBD}" srcOrd="0" destOrd="0" presId="urn:microsoft.com/office/officeart/2005/8/layout/gear1"/>
    <dgm:cxn modelId="{C4A8306E-696D-4A30-8A40-0701A4805B3D}" srcId="{CCAC802E-7D66-4FA5-BAA0-59F0AD2C3FD1}" destId="{82157769-FA30-4FC0-B527-F19CF19583B8}" srcOrd="0" destOrd="0" parTransId="{F97B3A16-6B40-407A-94DD-D0A94D209444}" sibTransId="{5C5B8929-AD1B-40F9-B0CA-DFF3956BCFA4}"/>
    <dgm:cxn modelId="{619ABE74-439B-484F-984C-DA039E4163CC}" type="presOf" srcId="{82157769-FA30-4FC0-B527-F19CF19583B8}" destId="{6368D820-5AD8-4F2A-B4DE-28FC7FDF0DB0}" srcOrd="0" destOrd="0" presId="urn:microsoft.com/office/officeart/2005/8/layout/gear1"/>
    <dgm:cxn modelId="{C82F5B76-4186-419C-B3DA-5C6C91C4965F}" type="presOf" srcId="{671512AD-8D9C-411B-97F4-A17909131C6C}" destId="{88F1857E-6AC7-41FA-9AC8-F5C86487EB98}" srcOrd="2" destOrd="0" presId="urn:microsoft.com/office/officeart/2005/8/layout/gear1"/>
    <dgm:cxn modelId="{E68BAD8F-3D78-4116-AFE9-1EAA30E9DAC3}" type="presOf" srcId="{671512AD-8D9C-411B-97F4-A17909131C6C}" destId="{39D17B09-BB7C-4911-80FE-58F5BA143928}" srcOrd="3" destOrd="0" presId="urn:microsoft.com/office/officeart/2005/8/layout/gear1"/>
    <dgm:cxn modelId="{EB2C6498-12BC-42C2-B43C-D65B07D5A7B6}" type="presOf" srcId="{5C5B8929-AD1B-40F9-B0CA-DFF3956BCFA4}" destId="{C1BE1843-8220-4F59-A573-1DE4279AB09C}" srcOrd="0" destOrd="0" presId="urn:microsoft.com/office/officeart/2005/8/layout/gear1"/>
    <dgm:cxn modelId="{E43E04A2-6583-44E6-BAD3-C901BCB824D1}" type="presOf" srcId="{671512AD-8D9C-411B-97F4-A17909131C6C}" destId="{6E3EE91E-C4EF-43CA-A031-0E5ECB0A3E96}" srcOrd="1" destOrd="0" presId="urn:microsoft.com/office/officeart/2005/8/layout/gear1"/>
    <dgm:cxn modelId="{E7E86DB4-062B-4E30-BC04-6EEEF8E6AC5A}" srcId="{CCAC802E-7D66-4FA5-BAA0-59F0AD2C3FD1}" destId="{671512AD-8D9C-411B-97F4-A17909131C6C}" srcOrd="2" destOrd="0" parTransId="{91FF9BF9-2391-43E6-BEA5-292026516317}" sibTransId="{A85E1A8A-7879-4E86-A04B-71A9351C60EC}"/>
    <dgm:cxn modelId="{5FB51FBB-9651-4B37-A2B6-E6C4F0747A12}" type="presOf" srcId="{A85E1A8A-7879-4E86-A04B-71A9351C60EC}" destId="{3FED63FC-B29E-41B4-90BF-69AB67019CB1}" srcOrd="0" destOrd="0" presId="urn:microsoft.com/office/officeart/2005/8/layout/gear1"/>
    <dgm:cxn modelId="{CC0632C3-9C34-482E-ADDB-3DECD529CE6A}" type="presOf" srcId="{671512AD-8D9C-411B-97F4-A17909131C6C}" destId="{FDCDF4E3-E341-4243-A61A-ABF4F7FFF44A}" srcOrd="0" destOrd="0" presId="urn:microsoft.com/office/officeart/2005/8/layout/gear1"/>
    <dgm:cxn modelId="{63D3F7F9-6C58-4E90-8B88-0991CB539B23}" type="presOf" srcId="{F1141A63-9253-4743-9491-451D34B0CF7D}" destId="{F0166E2C-B433-48D7-90C8-02B35E28474A}" srcOrd="0" destOrd="0" presId="urn:microsoft.com/office/officeart/2005/8/layout/gear1"/>
    <dgm:cxn modelId="{6EC9E3ED-7EB6-449A-857C-DEFDE14D2943}" type="presParOf" srcId="{79C67644-734E-4F92-B317-D960DCB26B39}" destId="{6368D820-5AD8-4F2A-B4DE-28FC7FDF0DB0}" srcOrd="0" destOrd="0" presId="urn:microsoft.com/office/officeart/2005/8/layout/gear1"/>
    <dgm:cxn modelId="{0F9EC9BC-3B20-4E50-A679-F4855275BECE}" type="presParOf" srcId="{79C67644-734E-4F92-B317-D960DCB26B39}" destId="{BA71DA7B-4ADC-45FD-94AE-2AF38C05DBBD}" srcOrd="1" destOrd="0" presId="urn:microsoft.com/office/officeart/2005/8/layout/gear1"/>
    <dgm:cxn modelId="{A4DD66D9-E68A-4090-B1E7-947B2463785D}" type="presParOf" srcId="{79C67644-734E-4F92-B317-D960DCB26B39}" destId="{5092BCAC-A2CB-44BD-9220-7CF9BEBB4B85}" srcOrd="2" destOrd="0" presId="urn:microsoft.com/office/officeart/2005/8/layout/gear1"/>
    <dgm:cxn modelId="{60C56D24-BD66-481B-9A4F-257E24963B51}" type="presParOf" srcId="{79C67644-734E-4F92-B317-D960DCB26B39}" destId="{F0166E2C-B433-48D7-90C8-02B35E28474A}" srcOrd="3" destOrd="0" presId="urn:microsoft.com/office/officeart/2005/8/layout/gear1"/>
    <dgm:cxn modelId="{5809B6BA-A886-4D0F-8B6E-99CA90906E13}" type="presParOf" srcId="{79C67644-734E-4F92-B317-D960DCB26B39}" destId="{F0082462-8013-4A1B-AB09-EC713C62459C}" srcOrd="4" destOrd="0" presId="urn:microsoft.com/office/officeart/2005/8/layout/gear1"/>
    <dgm:cxn modelId="{F9F5D6AD-4CE1-4F1E-8214-D9B603425266}" type="presParOf" srcId="{79C67644-734E-4F92-B317-D960DCB26B39}" destId="{83363E6B-ABBE-45A8-9EAC-8637A57C8DCF}" srcOrd="5" destOrd="0" presId="urn:microsoft.com/office/officeart/2005/8/layout/gear1"/>
    <dgm:cxn modelId="{88C27E0A-B95F-4F2B-8C74-EC393F8DFF4B}" type="presParOf" srcId="{79C67644-734E-4F92-B317-D960DCB26B39}" destId="{FDCDF4E3-E341-4243-A61A-ABF4F7FFF44A}" srcOrd="6" destOrd="0" presId="urn:microsoft.com/office/officeart/2005/8/layout/gear1"/>
    <dgm:cxn modelId="{E76934BB-7215-4437-ACD9-66BF3E3658CB}" type="presParOf" srcId="{79C67644-734E-4F92-B317-D960DCB26B39}" destId="{6E3EE91E-C4EF-43CA-A031-0E5ECB0A3E96}" srcOrd="7" destOrd="0" presId="urn:microsoft.com/office/officeart/2005/8/layout/gear1"/>
    <dgm:cxn modelId="{F669C0CE-BBCA-4F76-A0FA-2544CECB6265}" type="presParOf" srcId="{79C67644-734E-4F92-B317-D960DCB26B39}" destId="{88F1857E-6AC7-41FA-9AC8-F5C86487EB98}" srcOrd="8" destOrd="0" presId="urn:microsoft.com/office/officeart/2005/8/layout/gear1"/>
    <dgm:cxn modelId="{C781922B-7CB2-4EFA-B6FF-6822FB8FA300}" type="presParOf" srcId="{79C67644-734E-4F92-B317-D960DCB26B39}" destId="{39D17B09-BB7C-4911-80FE-58F5BA143928}" srcOrd="9" destOrd="0" presId="urn:microsoft.com/office/officeart/2005/8/layout/gear1"/>
    <dgm:cxn modelId="{AA309183-B80A-420D-B552-F7E011C34A16}" type="presParOf" srcId="{79C67644-734E-4F92-B317-D960DCB26B39}" destId="{C1BE1843-8220-4F59-A573-1DE4279AB09C}" srcOrd="10" destOrd="0" presId="urn:microsoft.com/office/officeart/2005/8/layout/gear1"/>
    <dgm:cxn modelId="{1384D88A-0F9E-4BEB-93CA-DF1D4FEBE88D}" type="presParOf" srcId="{79C67644-734E-4F92-B317-D960DCB26B39}" destId="{14D33AD9-02A7-4925-87F6-7BE2B7DC7EBD}" srcOrd="11" destOrd="0" presId="urn:microsoft.com/office/officeart/2005/8/layout/gear1"/>
    <dgm:cxn modelId="{20ECC51C-1D17-4B19-A429-A0F7EE2D9462}" type="presParOf" srcId="{79C67644-734E-4F92-B317-D960DCB26B39}" destId="{3FED63FC-B29E-41B4-90BF-69AB67019CB1}" srcOrd="12" destOrd="0" presId="urn:microsoft.com/office/officeart/2005/8/layout/gear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883DDB0-FFFC-421A-84B4-C7543C8AB8D8}" type="doc">
      <dgm:prSet loTypeId="urn:microsoft.com/office/officeart/2005/8/layout/radial3" loCatId="relationship" qsTypeId="urn:microsoft.com/office/officeart/2005/8/quickstyle/simple2" qsCatId="simple" csTypeId="urn:microsoft.com/office/officeart/2005/8/colors/accent6_2" csCatId="accent6" phldr="1"/>
      <dgm:spPr/>
      <dgm:t>
        <a:bodyPr/>
        <a:lstStyle/>
        <a:p>
          <a:endParaRPr lang="zh-CN" altLang="en-US"/>
        </a:p>
      </dgm:t>
    </dgm:pt>
    <dgm:pt modelId="{D342EEA9-3008-46A9-8948-55C3DC830763}">
      <dgm:prSet phldrT="[文本]" custT="1"/>
      <dgm:spPr>
        <a:solidFill>
          <a:schemeClr val="tx2"/>
        </a:solidFill>
      </dgm:spPr>
      <dgm:t>
        <a:bodyPr/>
        <a:lstStyle/>
        <a:p>
          <a:r>
            <a:rPr lang="en-US" altLang="zh-CN" sz="4400" b="1" dirty="0">
              <a:solidFill>
                <a:schemeClr val="bg1"/>
              </a:solidFill>
              <a:latin typeface="微软雅黑" panose="020B0503020204020204" pitchFamily="34" charset="-122"/>
              <a:ea typeface="微软雅黑" panose="020B0503020204020204" pitchFamily="34" charset="-122"/>
            </a:rPr>
            <a:t>KEY</a:t>
          </a:r>
          <a:endParaRPr lang="zh-CN" altLang="en-US" sz="4400" b="1" dirty="0">
            <a:solidFill>
              <a:schemeClr val="bg1"/>
            </a:solidFill>
            <a:latin typeface="微软雅黑" panose="020B0503020204020204" pitchFamily="34" charset="-122"/>
            <a:ea typeface="微软雅黑" panose="020B0503020204020204" pitchFamily="34" charset="-122"/>
          </a:endParaRPr>
        </a:p>
      </dgm:t>
    </dgm:pt>
    <dgm:pt modelId="{A64E8D7D-3065-4FE7-8E20-DD520E54FCE9}" cxnId="{921F3575-9FF5-4B8B-B287-4BE27550C9F6}" type="parTrans">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A5E27833-193F-4628-831C-E0E6D17F8419}" cxnId="{921F3575-9FF5-4B8B-B287-4BE27550C9F6}" type="sibTrans">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9AAE508E-65E7-4A26-BBE9-9664F53BD1A3}">
      <dgm:prSet phldrT="[文本]" custT="1"/>
      <dgm:spPr>
        <a:solidFill>
          <a:schemeClr val="accent1">
            <a:alpha val="58000"/>
          </a:schemeClr>
        </a:solidFill>
        <a:ln w="25400">
          <a:solidFill>
            <a:schemeClr val="bg1"/>
          </a:solidFill>
        </a:ln>
      </dgm:spPr>
      <dgm:t>
        <a:bodyPr/>
        <a:lstStyle/>
        <a:p>
          <a:r>
            <a:rPr lang="en-US" altLang="zh-CN" sz="3600" b="1" dirty="0">
              <a:solidFill>
                <a:schemeClr val="bg1"/>
              </a:solidFill>
              <a:latin typeface="微软雅黑" panose="020B0503020204020204" pitchFamily="34" charset="-122"/>
              <a:ea typeface="微软雅黑" panose="020B0503020204020204" pitchFamily="34" charset="-122"/>
            </a:rPr>
            <a:t>2</a:t>
          </a:r>
          <a:endParaRPr lang="zh-CN" altLang="en-US" sz="3600" b="1" dirty="0">
            <a:solidFill>
              <a:schemeClr val="bg1"/>
            </a:solidFill>
            <a:latin typeface="微软雅黑" panose="020B0503020204020204" pitchFamily="34" charset="-122"/>
            <a:ea typeface="微软雅黑" panose="020B0503020204020204" pitchFamily="34" charset="-122"/>
          </a:endParaRPr>
        </a:p>
      </dgm:t>
    </dgm:pt>
    <dgm:pt modelId="{0CF693AF-AE1C-4EEA-8A36-AF3C2CF71615}" cxnId="{C6D616C0-09DB-4480-B291-577637981E1C}" type="parTrans">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318AAB6C-9CFF-4BAB-B583-3C023C519115}" cxnId="{C6D616C0-09DB-4480-B291-577637981E1C}" type="sibTrans">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B4161527-E84E-41BD-A4B7-4E1DA59F33CB}">
      <dgm:prSet phldrT="[文本]" custT="1"/>
      <dgm:spPr>
        <a:solidFill>
          <a:schemeClr val="accent1">
            <a:alpha val="58000"/>
          </a:schemeClr>
        </a:solidFill>
        <a:ln w="25400">
          <a:solidFill>
            <a:schemeClr val="bg1"/>
          </a:solidFill>
        </a:ln>
      </dgm:spPr>
      <dgm:t>
        <a:bodyPr/>
        <a:lstStyle/>
        <a:p>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dirty="0">
            <a:solidFill>
              <a:schemeClr val="bg1"/>
            </a:solidFill>
            <a:latin typeface="微软雅黑" panose="020B0503020204020204" pitchFamily="34" charset="-122"/>
            <a:ea typeface="微软雅黑" panose="020B0503020204020204" pitchFamily="34" charset="-122"/>
          </a:endParaRPr>
        </a:p>
      </dgm:t>
    </dgm:pt>
    <dgm:pt modelId="{8256A881-69AB-413C-B434-0D7CEC680480}" cxnId="{F1912C94-8C0D-4066-BDF3-30C467701474}" type="parTrans">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9E1C6026-2845-461A-8792-8521FFBCDD58}" cxnId="{F1912C94-8C0D-4066-BDF3-30C467701474}" type="sibTrans">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8B009DC1-72EC-404D-9926-5E7E3416BD84}">
      <dgm:prSet phldrT="[文本]" custT="1"/>
      <dgm:spPr>
        <a:solidFill>
          <a:schemeClr val="accent1">
            <a:alpha val="58000"/>
          </a:schemeClr>
        </a:solidFill>
        <a:ln w="25400">
          <a:solidFill>
            <a:schemeClr val="bg1"/>
          </a:solidFill>
        </a:ln>
      </dgm:spPr>
      <dgm:t>
        <a:bodyPr/>
        <a:lstStyle/>
        <a:p>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dirty="0">
            <a:solidFill>
              <a:schemeClr val="bg1"/>
            </a:solidFill>
            <a:latin typeface="微软雅黑" panose="020B0503020204020204" pitchFamily="34" charset="-122"/>
            <a:ea typeface="微软雅黑" panose="020B0503020204020204" pitchFamily="34" charset="-122"/>
          </a:endParaRPr>
        </a:p>
      </dgm:t>
    </dgm:pt>
    <dgm:pt modelId="{4A0B23F6-16E5-462A-B315-2CEFE501216F}" cxnId="{D66F7C91-02FD-4F20-BA34-A658803B6932}" type="parTrans">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C6C04511-4745-4D33-B364-AA1ED32DB459}" cxnId="{D66F7C91-02FD-4F20-BA34-A658803B6932}" type="sibTrans">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3CE9ACC0-15AF-4FA0-9590-293316F797D1}">
      <dgm:prSet phldrT="[文本]" custT="1"/>
      <dgm:spPr>
        <a:solidFill>
          <a:schemeClr val="accent1">
            <a:alpha val="58000"/>
          </a:schemeClr>
        </a:solidFill>
        <a:ln w="25400">
          <a:solidFill>
            <a:schemeClr val="bg1"/>
          </a:solidFill>
        </a:ln>
      </dgm:spPr>
      <dgm:t>
        <a:bodyPr/>
        <a:lstStyle/>
        <a:p>
          <a:r>
            <a:rPr lang="en-US" altLang="zh-CN" sz="3600" b="1" dirty="0">
              <a:solidFill>
                <a:schemeClr val="bg1"/>
              </a:solidFill>
              <a:latin typeface="微软雅黑" panose="020B0503020204020204" pitchFamily="34" charset="-122"/>
              <a:ea typeface="微软雅黑" panose="020B0503020204020204" pitchFamily="34" charset="-122"/>
            </a:rPr>
            <a:t>5</a:t>
          </a:r>
          <a:endParaRPr lang="zh-CN" altLang="en-US" sz="3600" b="1" dirty="0">
            <a:solidFill>
              <a:schemeClr val="bg1"/>
            </a:solidFill>
            <a:latin typeface="微软雅黑" panose="020B0503020204020204" pitchFamily="34" charset="-122"/>
            <a:ea typeface="微软雅黑" panose="020B0503020204020204" pitchFamily="34" charset="-122"/>
          </a:endParaRPr>
        </a:p>
      </dgm:t>
    </dgm:pt>
    <dgm:pt modelId="{66CBCEA7-F3EF-4407-A363-1D8DA5744E7C}" cxnId="{0A747376-1689-490A-AB90-2DB5850FFE6D}" type="parTrans">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30A70413-6653-4CD3-8C54-55D024050C72}" cxnId="{0A747376-1689-490A-AB90-2DB5850FFE6D}" type="sibTrans">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8037B6EF-DBAC-4B62-9FCE-202C0DB198C2}">
      <dgm:prSet custT="1"/>
      <dgm:spPr>
        <a:solidFill>
          <a:schemeClr val="accent1">
            <a:alpha val="58000"/>
          </a:schemeClr>
        </a:solidFill>
        <a:ln w="25400">
          <a:solidFill>
            <a:schemeClr val="bg1"/>
          </a:solidFill>
        </a:ln>
      </dgm:spPr>
      <dgm:t>
        <a:bodyPr/>
        <a:lstStyle/>
        <a:p>
          <a:r>
            <a:rPr lang="en-US" altLang="zh-CN" sz="3600" b="1" dirty="0">
              <a:solidFill>
                <a:schemeClr val="bg1"/>
              </a:solidFill>
              <a:latin typeface="微软雅黑" panose="020B0503020204020204" pitchFamily="34" charset="-122"/>
              <a:ea typeface="微软雅黑" panose="020B0503020204020204" pitchFamily="34" charset="-122"/>
            </a:rPr>
            <a:t>1</a:t>
          </a:r>
          <a:endParaRPr lang="zh-CN" altLang="en-US" sz="3600" b="1" dirty="0">
            <a:solidFill>
              <a:schemeClr val="bg1"/>
            </a:solidFill>
            <a:latin typeface="微软雅黑" panose="020B0503020204020204" pitchFamily="34" charset="-122"/>
            <a:ea typeface="微软雅黑" panose="020B0503020204020204" pitchFamily="34" charset="-122"/>
          </a:endParaRPr>
        </a:p>
      </dgm:t>
    </dgm:pt>
    <dgm:pt modelId="{BF73AD58-3351-4584-9986-691532F16E24}" cxnId="{4559307C-E1F3-4982-9FC2-69A2132AEF1A}" type="parTrans">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18ACCFC0-9C42-44A7-B1D3-03D88BA56566}" cxnId="{4559307C-E1F3-4982-9FC2-69A2132AEF1A}" type="sibTrans">
      <dgm:prSet/>
      <dgm:spPr/>
      <dgm:t>
        <a:bodyPr/>
        <a:lstStyle/>
        <a:p>
          <a:endParaRPr lang="zh-CN" altLang="en-US" b="1">
            <a:solidFill>
              <a:schemeClr val="bg1"/>
            </a:solidFill>
            <a:latin typeface="微软雅黑" panose="020B0503020204020204" pitchFamily="34" charset="-122"/>
            <a:ea typeface="微软雅黑" panose="020B0503020204020204" pitchFamily="34" charset="-122"/>
          </a:endParaRPr>
        </a:p>
      </dgm:t>
    </dgm:pt>
    <dgm:pt modelId="{48A7916B-E5EA-45F2-A813-42386DED29FA}" type="pres">
      <dgm:prSet presAssocID="{5883DDB0-FFFC-421A-84B4-C7543C8AB8D8}" presName="composite" presStyleCnt="0">
        <dgm:presLayoutVars>
          <dgm:chMax val="1"/>
          <dgm:dir/>
          <dgm:resizeHandles val="exact"/>
        </dgm:presLayoutVars>
      </dgm:prSet>
      <dgm:spPr/>
    </dgm:pt>
    <dgm:pt modelId="{4A6EA6EA-5557-4CE0-813B-DDDFD47ACC6B}" type="pres">
      <dgm:prSet presAssocID="{5883DDB0-FFFC-421A-84B4-C7543C8AB8D8}" presName="radial" presStyleCnt="0">
        <dgm:presLayoutVars>
          <dgm:animLvl val="ctr"/>
        </dgm:presLayoutVars>
      </dgm:prSet>
      <dgm:spPr/>
    </dgm:pt>
    <dgm:pt modelId="{34473798-D318-4CF4-9B69-47E26231E92D}" type="pres">
      <dgm:prSet presAssocID="{D342EEA9-3008-46A9-8948-55C3DC830763}" presName="centerShape" presStyleLbl="vennNode1" presStyleIdx="0" presStyleCnt="6"/>
      <dgm:spPr/>
    </dgm:pt>
    <dgm:pt modelId="{D5E50F5B-6F57-489D-B1A4-5A1970BAAF4C}" type="pres">
      <dgm:prSet presAssocID="{9AAE508E-65E7-4A26-BBE9-9664F53BD1A3}" presName="node" presStyleLbl="vennNode1" presStyleIdx="1" presStyleCnt="6">
        <dgm:presLayoutVars>
          <dgm:bulletEnabled val="1"/>
        </dgm:presLayoutVars>
      </dgm:prSet>
      <dgm:spPr/>
    </dgm:pt>
    <dgm:pt modelId="{98605A76-6266-4548-A1E7-879E73EB9877}" type="pres">
      <dgm:prSet presAssocID="{B4161527-E84E-41BD-A4B7-4E1DA59F33CB}" presName="node" presStyleLbl="vennNode1" presStyleIdx="2" presStyleCnt="6">
        <dgm:presLayoutVars>
          <dgm:bulletEnabled val="1"/>
        </dgm:presLayoutVars>
      </dgm:prSet>
      <dgm:spPr/>
    </dgm:pt>
    <dgm:pt modelId="{11D08A07-D65B-4FB4-875D-89F15ABCDB4D}" type="pres">
      <dgm:prSet presAssocID="{8B009DC1-72EC-404D-9926-5E7E3416BD84}" presName="node" presStyleLbl="vennNode1" presStyleIdx="3" presStyleCnt="6">
        <dgm:presLayoutVars>
          <dgm:bulletEnabled val="1"/>
        </dgm:presLayoutVars>
      </dgm:prSet>
      <dgm:spPr/>
    </dgm:pt>
    <dgm:pt modelId="{D3447B3E-3C71-4C1A-9739-42F66D00DB68}" type="pres">
      <dgm:prSet presAssocID="{3CE9ACC0-15AF-4FA0-9590-293316F797D1}" presName="node" presStyleLbl="vennNode1" presStyleIdx="4" presStyleCnt="6">
        <dgm:presLayoutVars>
          <dgm:bulletEnabled val="1"/>
        </dgm:presLayoutVars>
      </dgm:prSet>
      <dgm:spPr/>
    </dgm:pt>
    <dgm:pt modelId="{8E771D08-D924-4A08-9181-D3815A065757}" type="pres">
      <dgm:prSet presAssocID="{8037B6EF-DBAC-4B62-9FCE-202C0DB198C2}" presName="node" presStyleLbl="vennNode1" presStyleIdx="5" presStyleCnt="6">
        <dgm:presLayoutVars>
          <dgm:bulletEnabled val="1"/>
        </dgm:presLayoutVars>
      </dgm:prSet>
      <dgm:spPr/>
    </dgm:pt>
  </dgm:ptLst>
  <dgm:cxnLst>
    <dgm:cxn modelId="{62497A19-4151-4235-9F80-9E2AAE4321DB}" type="presOf" srcId="{B4161527-E84E-41BD-A4B7-4E1DA59F33CB}" destId="{98605A76-6266-4548-A1E7-879E73EB9877}" srcOrd="0" destOrd="0" presId="urn:microsoft.com/office/officeart/2005/8/layout/radial3"/>
    <dgm:cxn modelId="{328BB155-8A46-4EC3-834B-426EB5C2F033}" type="presOf" srcId="{5883DDB0-FFFC-421A-84B4-C7543C8AB8D8}" destId="{48A7916B-E5EA-45F2-A813-42386DED29FA}" srcOrd="0" destOrd="0" presId="urn:microsoft.com/office/officeart/2005/8/layout/radial3"/>
    <dgm:cxn modelId="{921F3575-9FF5-4B8B-B287-4BE27550C9F6}" srcId="{5883DDB0-FFFC-421A-84B4-C7543C8AB8D8}" destId="{D342EEA9-3008-46A9-8948-55C3DC830763}" srcOrd="0" destOrd="0" parTransId="{A64E8D7D-3065-4FE7-8E20-DD520E54FCE9}" sibTransId="{A5E27833-193F-4628-831C-E0E6D17F8419}"/>
    <dgm:cxn modelId="{0A747376-1689-490A-AB90-2DB5850FFE6D}" srcId="{D342EEA9-3008-46A9-8948-55C3DC830763}" destId="{3CE9ACC0-15AF-4FA0-9590-293316F797D1}" srcOrd="3" destOrd="0" parTransId="{66CBCEA7-F3EF-4407-A363-1D8DA5744E7C}" sibTransId="{30A70413-6653-4CD3-8C54-55D024050C72}"/>
    <dgm:cxn modelId="{4559307C-E1F3-4982-9FC2-69A2132AEF1A}" srcId="{D342EEA9-3008-46A9-8948-55C3DC830763}" destId="{8037B6EF-DBAC-4B62-9FCE-202C0DB198C2}" srcOrd="4" destOrd="0" parTransId="{BF73AD58-3351-4584-9986-691532F16E24}" sibTransId="{18ACCFC0-9C42-44A7-B1D3-03D88BA56566}"/>
    <dgm:cxn modelId="{0632F790-BA97-424A-B048-A8E8848694D7}" type="presOf" srcId="{D342EEA9-3008-46A9-8948-55C3DC830763}" destId="{34473798-D318-4CF4-9B69-47E26231E92D}" srcOrd="0" destOrd="0" presId="urn:microsoft.com/office/officeart/2005/8/layout/radial3"/>
    <dgm:cxn modelId="{D66F7C91-02FD-4F20-BA34-A658803B6932}" srcId="{D342EEA9-3008-46A9-8948-55C3DC830763}" destId="{8B009DC1-72EC-404D-9926-5E7E3416BD84}" srcOrd="2" destOrd="0" parTransId="{4A0B23F6-16E5-462A-B315-2CEFE501216F}" sibTransId="{C6C04511-4745-4D33-B364-AA1ED32DB459}"/>
    <dgm:cxn modelId="{F1912C94-8C0D-4066-BDF3-30C467701474}" srcId="{D342EEA9-3008-46A9-8948-55C3DC830763}" destId="{B4161527-E84E-41BD-A4B7-4E1DA59F33CB}" srcOrd="1" destOrd="0" parTransId="{8256A881-69AB-413C-B434-0D7CEC680480}" sibTransId="{9E1C6026-2845-461A-8792-8521FFBCDD58}"/>
    <dgm:cxn modelId="{C6D616C0-09DB-4480-B291-577637981E1C}" srcId="{D342EEA9-3008-46A9-8948-55C3DC830763}" destId="{9AAE508E-65E7-4A26-BBE9-9664F53BD1A3}" srcOrd="0" destOrd="0" parTransId="{0CF693AF-AE1C-4EEA-8A36-AF3C2CF71615}" sibTransId="{318AAB6C-9CFF-4BAB-B583-3C023C519115}"/>
    <dgm:cxn modelId="{57CC86C2-4AF4-4A5B-AAF1-760495001D9D}" type="presOf" srcId="{3CE9ACC0-15AF-4FA0-9590-293316F797D1}" destId="{D3447B3E-3C71-4C1A-9739-42F66D00DB68}" srcOrd="0" destOrd="0" presId="urn:microsoft.com/office/officeart/2005/8/layout/radial3"/>
    <dgm:cxn modelId="{B53AD0D5-DFE0-41C4-B79D-CC40A04C5570}" type="presOf" srcId="{8037B6EF-DBAC-4B62-9FCE-202C0DB198C2}" destId="{8E771D08-D924-4A08-9181-D3815A065757}" srcOrd="0" destOrd="0" presId="urn:microsoft.com/office/officeart/2005/8/layout/radial3"/>
    <dgm:cxn modelId="{29106DE4-A892-4B45-A370-BFBF964FD985}" type="presOf" srcId="{9AAE508E-65E7-4A26-BBE9-9664F53BD1A3}" destId="{D5E50F5B-6F57-489D-B1A4-5A1970BAAF4C}" srcOrd="0" destOrd="0" presId="urn:microsoft.com/office/officeart/2005/8/layout/radial3"/>
    <dgm:cxn modelId="{F7143FF4-11E9-4982-A07E-19A6AD711C95}" type="presOf" srcId="{8B009DC1-72EC-404D-9926-5E7E3416BD84}" destId="{11D08A07-D65B-4FB4-875D-89F15ABCDB4D}" srcOrd="0" destOrd="0" presId="urn:microsoft.com/office/officeart/2005/8/layout/radial3"/>
    <dgm:cxn modelId="{52D48C98-E02D-4C78-BC1C-3F28981AF108}" type="presParOf" srcId="{48A7916B-E5EA-45F2-A813-42386DED29FA}" destId="{4A6EA6EA-5557-4CE0-813B-DDDFD47ACC6B}" srcOrd="0" destOrd="0" presId="urn:microsoft.com/office/officeart/2005/8/layout/radial3"/>
    <dgm:cxn modelId="{A94618CC-A2B3-4D8E-92B3-6DB5D25AFB00}" type="presParOf" srcId="{4A6EA6EA-5557-4CE0-813B-DDDFD47ACC6B}" destId="{34473798-D318-4CF4-9B69-47E26231E92D}" srcOrd="0" destOrd="0" presId="urn:microsoft.com/office/officeart/2005/8/layout/radial3"/>
    <dgm:cxn modelId="{72B01745-A78A-4781-8FC0-BEB4007EDFED}" type="presParOf" srcId="{4A6EA6EA-5557-4CE0-813B-DDDFD47ACC6B}" destId="{D5E50F5B-6F57-489D-B1A4-5A1970BAAF4C}" srcOrd="1" destOrd="0" presId="urn:microsoft.com/office/officeart/2005/8/layout/radial3"/>
    <dgm:cxn modelId="{89D018D8-4B6A-4429-93D4-067FE48A15DA}" type="presParOf" srcId="{4A6EA6EA-5557-4CE0-813B-DDDFD47ACC6B}" destId="{98605A76-6266-4548-A1E7-879E73EB9877}" srcOrd="2" destOrd="0" presId="urn:microsoft.com/office/officeart/2005/8/layout/radial3"/>
    <dgm:cxn modelId="{FFA0BA7B-C694-4B55-9072-71DF6802F1F6}" type="presParOf" srcId="{4A6EA6EA-5557-4CE0-813B-DDDFD47ACC6B}" destId="{11D08A07-D65B-4FB4-875D-89F15ABCDB4D}" srcOrd="3" destOrd="0" presId="urn:microsoft.com/office/officeart/2005/8/layout/radial3"/>
    <dgm:cxn modelId="{8DB845C4-E27A-417E-B8F1-FF04D2B590E8}" type="presParOf" srcId="{4A6EA6EA-5557-4CE0-813B-DDDFD47ACC6B}" destId="{D3447B3E-3C71-4C1A-9739-42F66D00DB68}" srcOrd="4" destOrd="0" presId="urn:microsoft.com/office/officeart/2005/8/layout/radial3"/>
    <dgm:cxn modelId="{C50334FE-EAED-479C-A4DE-8DCB281BE651}" type="presParOf" srcId="{4A6EA6EA-5557-4CE0-813B-DDDFD47ACC6B}" destId="{8E771D08-D924-4A08-9181-D3815A065757}" srcOrd="5" destOrd="0" presId="urn:microsoft.com/office/officeart/2005/8/layout/radial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224131" cy="4224131"/>
        <a:chOff x="0" y="0"/>
        <a:chExt cx="4224131" cy="4224131"/>
      </a:xfrm>
    </dsp:grpSpPr>
    <dsp:sp modelId="{6368D820-5AD8-4F2A-B4DE-28FC7FDF0DB0}">
      <dsp:nvSpPr>
        <dsp:cNvPr id="3" name="形状 2"/>
        <dsp:cNvSpPr/>
      </dsp:nvSpPr>
      <dsp:spPr bwMode="white">
        <a:xfrm>
          <a:off x="1942470" y="1900859"/>
          <a:ext cx="2323272" cy="2323272"/>
        </a:xfrm>
        <a:prstGeom prst="gear9">
          <a:avLst/>
        </a:prstGeom>
      </dsp:spPr>
      <dsp:style>
        <a:lnRef idx="3">
          <a:schemeClr val="lt1"/>
        </a:lnRef>
        <a:fillRef idx="1">
          <a:schemeClr val="accent1">
            <a:shade val="80000"/>
            <a:hueOff val="0"/>
            <a:satOff val="0"/>
            <a:lumOff val="0"/>
            <a:alpha val="100000"/>
          </a:schemeClr>
        </a:fillRef>
        <a:effectRef idx="1">
          <a:scrgbClr r="0" g="0" b="0"/>
        </a:effectRef>
        <a:fontRef idx="minor">
          <a:schemeClr val="lt1"/>
        </a:fontRef>
      </dsp:style>
      <dsp:txBody>
        <a:bodyPr lIns="35560" tIns="35560" rIns="35560" bIns="35560"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zh-CN" altLang="en-US" sz="2800" b="1" dirty="0">
              <a:effectLst>
                <a:outerShdw blurRad="38100" dist="38100" dir="2700000" algn="tl">
                  <a:srgbClr val="000000">
                    <a:alpha val="43137"/>
                  </a:srgbClr>
                </a:outerShdw>
              </a:effectLst>
            </a:rPr>
            <a:t>关键词</a:t>
          </a:r>
        </a:p>
      </dsp:txBody>
      <dsp:txXfrm>
        <a:off x="1942470" y="1900859"/>
        <a:ext cx="2323272" cy="2323272"/>
      </dsp:txXfrm>
    </dsp:sp>
    <dsp:sp modelId="{F0166E2C-B433-48D7-90C8-02B35E28474A}">
      <dsp:nvSpPr>
        <dsp:cNvPr id="6" name="形状 5"/>
        <dsp:cNvSpPr/>
      </dsp:nvSpPr>
      <dsp:spPr bwMode="white">
        <a:xfrm>
          <a:off x="590749" y="1351722"/>
          <a:ext cx="1689652" cy="1689652"/>
        </a:xfrm>
        <a:prstGeom prst="gear6">
          <a:avLst/>
        </a:prstGeom>
      </dsp:spPr>
      <dsp:style>
        <a:lnRef idx="3">
          <a:schemeClr val="lt1"/>
        </a:lnRef>
        <a:fillRef idx="1">
          <a:schemeClr val="accent1">
            <a:shade val="80000"/>
            <a:hueOff val="390000"/>
            <a:satOff val="-37646"/>
            <a:lumOff val="20000"/>
            <a:alpha val="100000"/>
          </a:schemeClr>
        </a:fillRef>
        <a:effectRef idx="1">
          <a:scrgbClr r="0" g="0" b="0"/>
        </a:effectRef>
        <a:fontRef idx="minor">
          <a:schemeClr val="lt1"/>
        </a:fontRef>
      </dsp:style>
      <dsp:txBody>
        <a:bodyPr lIns="30480" tIns="30480" rIns="30480" bIns="30480"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zh-CN" altLang="en-US" b="1">
              <a:effectLst>
                <a:outerShdw blurRad="38100" dist="38100" dir="2700000" algn="tl">
                  <a:srgbClr val="000000">
                    <a:alpha val="43137"/>
                  </a:srgbClr>
                </a:outerShdw>
              </a:effectLst>
            </a:rPr>
            <a:t>关键词</a:t>
          </a:r>
          <a:endParaRPr lang="zh-CN" altLang="en-US" b="1" dirty="0">
            <a:effectLst>
              <a:outerShdw blurRad="38100" dist="38100" dir="2700000" algn="tl">
                <a:srgbClr val="000000">
                  <a:alpha val="43137"/>
                </a:srgbClr>
              </a:outerShdw>
            </a:effectLst>
          </a:endParaRPr>
        </a:p>
      </dsp:txBody>
      <dsp:txXfrm>
        <a:off x="590749" y="1351722"/>
        <a:ext cx="1689652" cy="1689652"/>
      </dsp:txXfrm>
    </dsp:sp>
    <dsp:sp modelId="{FDCDF4E3-E341-4243-A61A-ABF4F7FFF44A}">
      <dsp:nvSpPr>
        <dsp:cNvPr id="9" name="形状 8"/>
        <dsp:cNvSpPr/>
      </dsp:nvSpPr>
      <dsp:spPr bwMode="white">
        <a:xfrm rot="-900000">
          <a:off x="1537126" y="186034"/>
          <a:ext cx="1655514" cy="1655514"/>
        </a:xfrm>
        <a:prstGeom prst="gear6">
          <a:avLst/>
        </a:prstGeom>
      </dsp:spPr>
      <dsp:style>
        <a:lnRef idx="3">
          <a:schemeClr val="lt1"/>
        </a:lnRef>
        <a:fillRef idx="1">
          <a:schemeClr val="accent1">
            <a:shade val="80000"/>
            <a:hueOff val="780000"/>
            <a:satOff val="-75293"/>
            <a:lumOff val="40000"/>
            <a:alpha val="100000"/>
          </a:schemeClr>
        </a:fillRef>
        <a:effectRef idx="1">
          <a:scrgbClr r="0" g="0" b="0"/>
        </a:effectRef>
        <a:fontRef idx="minor">
          <a:schemeClr val="lt1"/>
        </a:fontRef>
      </dsp:style>
      <dsp:txBody>
        <a:bodyPr lIns="30480" tIns="30480" rIns="30480" bIns="30480"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zh-CN" altLang="en-US" b="1">
              <a:effectLst>
                <a:outerShdw blurRad="38100" dist="38100" dir="2700000" algn="tl">
                  <a:srgbClr val="000000">
                    <a:alpha val="43137"/>
                  </a:srgbClr>
                </a:outerShdw>
              </a:effectLst>
            </a:rPr>
            <a:t>关键词</a:t>
          </a:r>
          <a:endParaRPr lang="zh-CN" altLang="en-US" b="1" dirty="0">
            <a:effectLst>
              <a:outerShdw blurRad="38100" dist="38100" dir="2700000" algn="tl">
                <a:srgbClr val="000000">
                  <a:alpha val="43137"/>
                </a:srgbClr>
              </a:outerShdw>
            </a:effectLst>
          </a:endParaRPr>
        </a:p>
      </dsp:txBody>
      <dsp:txXfrm rot="-900000">
        <a:off x="1537126" y="186034"/>
        <a:ext cx="1655514" cy="1655514"/>
      </dsp:txXfrm>
    </dsp:sp>
    <dsp:sp modelId="{C1BE1843-8220-4F59-A573-1DE4279AB09C}">
      <dsp:nvSpPr>
        <dsp:cNvPr id="12" name="环形箭头 11"/>
        <dsp:cNvSpPr/>
      </dsp:nvSpPr>
      <dsp:spPr bwMode="white">
        <a:xfrm>
          <a:off x="1768219" y="1554162"/>
          <a:ext cx="2965657" cy="2965657"/>
        </a:xfrm>
        <a:prstGeom prst="circularArrow">
          <a:avLst>
            <a:gd name="adj1" fmla="val 5000"/>
            <a:gd name="adj2" fmla="val 360000"/>
            <a:gd name="adj3" fmla="val 2455974"/>
            <a:gd name="adj4" fmla="val 15859597"/>
            <a:gd name="adj5" fmla="val 5500"/>
          </a:avLst>
        </a:prstGeom>
      </dsp:spPr>
      <dsp:style>
        <a:lnRef idx="0">
          <a:schemeClr val="accent1">
            <a:shade val="90000"/>
            <a:hueOff val="0"/>
            <a:satOff val="0"/>
            <a:lumOff val="0"/>
            <a:alpha val="100000"/>
          </a:schemeClr>
        </a:lnRef>
        <a:fillRef idx="1">
          <a:schemeClr val="accent1">
            <a:shade val="90000"/>
            <a:hueOff val="0"/>
            <a:satOff val="0"/>
            <a:lumOff val="0"/>
            <a:alpha val="100000"/>
          </a:schemeClr>
        </a:fillRef>
        <a:effectRef idx="1">
          <a:scrgbClr r="0" g="0" b="0"/>
        </a:effectRef>
        <a:fontRef idx="minor">
          <a:schemeClr val="lt1"/>
        </a:fontRef>
      </dsp:style>
      <dsp:txXfrm>
        <a:off x="1768219" y="1554162"/>
        <a:ext cx="2965657" cy="2965657"/>
      </dsp:txXfrm>
    </dsp:sp>
    <dsp:sp modelId="{14D33AD9-02A7-4925-87F6-7BE2B7DC7EBD}">
      <dsp:nvSpPr>
        <dsp:cNvPr id="13" name="形状 12"/>
        <dsp:cNvSpPr/>
      </dsp:nvSpPr>
      <dsp:spPr bwMode="white">
        <a:xfrm>
          <a:off x="340303" y="1026526"/>
          <a:ext cx="2063066" cy="2063066"/>
        </a:xfrm>
        <a:prstGeom prst="leftCircularArrow">
          <a:avLst>
            <a:gd name="adj1" fmla="val 5000"/>
            <a:gd name="adj2" fmla="val -360000"/>
            <a:gd name="adj3" fmla="val 10419125"/>
            <a:gd name="adj4" fmla="val 14837806"/>
            <a:gd name="adj5" fmla="val 5500"/>
          </a:avLst>
        </a:prstGeom>
      </dsp:spPr>
      <dsp:style>
        <a:lnRef idx="0">
          <a:schemeClr val="accent1">
            <a:shade val="90000"/>
            <a:hueOff val="420000"/>
            <a:satOff val="-37646"/>
            <a:lumOff val="19216"/>
            <a:alpha val="100000"/>
          </a:schemeClr>
        </a:lnRef>
        <a:fillRef idx="1">
          <a:schemeClr val="accent1">
            <a:shade val="90000"/>
            <a:hueOff val="420000"/>
            <a:satOff val="-37646"/>
            <a:lumOff val="19216"/>
            <a:alpha val="100000"/>
          </a:schemeClr>
        </a:fillRef>
        <a:effectRef idx="1">
          <a:scrgbClr r="0" g="0" b="0"/>
        </a:effectRef>
        <a:fontRef idx="minor">
          <a:schemeClr val="lt1"/>
        </a:fontRef>
      </dsp:style>
      <dsp:txXfrm>
        <a:off x="340303" y="1026526"/>
        <a:ext cx="2063066" cy="2063066"/>
      </dsp:txXfrm>
    </dsp:sp>
    <dsp:sp modelId="{3FED63FC-B29E-41B4-90BF-69AB67019CB1}">
      <dsp:nvSpPr>
        <dsp:cNvPr id="14" name="环形箭头 13"/>
        <dsp:cNvSpPr/>
      </dsp:nvSpPr>
      <dsp:spPr bwMode="white">
        <a:xfrm>
          <a:off x="1193684" y="-137218"/>
          <a:ext cx="2250617" cy="2250617"/>
        </a:xfrm>
        <a:prstGeom prst="circularArrow">
          <a:avLst>
            <a:gd name="adj1" fmla="val 5000"/>
            <a:gd name="adj2" fmla="val 360000"/>
            <a:gd name="adj3" fmla="val 13347948"/>
            <a:gd name="adj4" fmla="val 10508220"/>
            <a:gd name="adj5" fmla="val 5500"/>
          </a:avLst>
        </a:prstGeom>
      </dsp:spPr>
      <dsp:style>
        <a:lnRef idx="0">
          <a:schemeClr val="accent1">
            <a:shade val="90000"/>
            <a:hueOff val="840000"/>
            <a:satOff val="-75293"/>
            <a:lumOff val="38431"/>
            <a:alpha val="100000"/>
          </a:schemeClr>
        </a:lnRef>
        <a:fillRef idx="1">
          <a:schemeClr val="accent1">
            <a:shade val="90000"/>
            <a:hueOff val="840000"/>
            <a:satOff val="-75293"/>
            <a:lumOff val="38431"/>
            <a:alpha val="100000"/>
          </a:schemeClr>
        </a:fillRef>
        <a:effectRef idx="1">
          <a:scrgbClr r="0" g="0" b="0"/>
        </a:effectRef>
        <a:fontRef idx="minor">
          <a:schemeClr val="lt1"/>
        </a:fontRef>
      </dsp:style>
      <dsp:txXfrm>
        <a:off x="1193684" y="-137218"/>
        <a:ext cx="2250617" cy="2250617"/>
      </dsp:txXfrm>
    </dsp:sp>
    <dsp:sp modelId="{BA71DA7B-4ADC-45FD-94AE-2AF38C05DBBD}">
      <dsp:nvSpPr>
        <dsp:cNvPr id="4" name="矩形 3" hidden="1"/>
        <dsp:cNvSpPr/>
      </dsp:nvSpPr>
      <dsp:spPr>
        <a:xfrm>
          <a:off x="3082986" y="1689652"/>
          <a:ext cx="36000" cy="36000"/>
        </a:xfrm>
        <a:prstGeom prst="rect">
          <a:avLst/>
        </a:prstGeom>
      </dsp:spPr>
      <dsp:txXfrm>
        <a:off x="3082986" y="1689652"/>
        <a:ext cx="36000" cy="36000"/>
      </dsp:txXfrm>
    </dsp:sp>
    <dsp:sp modelId="{5092BCAC-A2CB-44BD-9220-7CF9BEBB4B85}">
      <dsp:nvSpPr>
        <dsp:cNvPr id="5" name="矩形 4" hidden="1"/>
        <dsp:cNvSpPr/>
      </dsp:nvSpPr>
      <dsp:spPr>
        <a:xfrm>
          <a:off x="4145260" y="4012924"/>
          <a:ext cx="36000" cy="36000"/>
        </a:xfrm>
        <a:prstGeom prst="rect">
          <a:avLst/>
        </a:prstGeom>
      </dsp:spPr>
      <dsp:txXfrm>
        <a:off x="4145260" y="4012924"/>
        <a:ext cx="36000" cy="36000"/>
      </dsp:txXfrm>
    </dsp:sp>
    <dsp:sp modelId="{F0082462-8013-4A1B-AB09-EC713C62459C}">
      <dsp:nvSpPr>
        <dsp:cNvPr id="7" name="矩形 6" hidden="1"/>
        <dsp:cNvSpPr/>
      </dsp:nvSpPr>
      <dsp:spPr>
        <a:xfrm>
          <a:off x="1013162" y="1182757"/>
          <a:ext cx="36000" cy="36000"/>
        </a:xfrm>
        <a:prstGeom prst="rect">
          <a:avLst/>
        </a:prstGeom>
      </dsp:spPr>
      <dsp:txXfrm>
        <a:off x="1013162" y="1182757"/>
        <a:ext cx="36000" cy="36000"/>
      </dsp:txXfrm>
    </dsp:sp>
    <dsp:sp modelId="{83363E6B-ABBE-45A8-9EAC-8637A57C8DCF}">
      <dsp:nvSpPr>
        <dsp:cNvPr id="8" name="矩形 7" hidden="1"/>
        <dsp:cNvSpPr/>
      </dsp:nvSpPr>
      <dsp:spPr>
        <a:xfrm>
          <a:off x="464025" y="2238789"/>
          <a:ext cx="36000" cy="36000"/>
        </a:xfrm>
        <a:prstGeom prst="rect">
          <a:avLst/>
        </a:prstGeom>
      </dsp:spPr>
      <dsp:txXfrm>
        <a:off x="464025" y="2238789"/>
        <a:ext cx="36000" cy="36000"/>
      </dsp:txXfrm>
    </dsp:sp>
    <dsp:sp modelId="{88F1857E-6AC7-41FA-9AC8-F5C86487EB98}">
      <dsp:nvSpPr>
        <dsp:cNvPr id="10" name="矩形 9" hidden="1"/>
        <dsp:cNvSpPr/>
      </dsp:nvSpPr>
      <dsp:spPr>
        <a:xfrm>
          <a:off x="1308851" y="1056033"/>
          <a:ext cx="36000" cy="36000"/>
        </a:xfrm>
        <a:prstGeom prst="rect">
          <a:avLst/>
        </a:prstGeom>
      </dsp:spPr>
      <dsp:txXfrm>
        <a:off x="1308851" y="1056033"/>
        <a:ext cx="36000" cy="36000"/>
      </dsp:txXfrm>
    </dsp:sp>
    <dsp:sp modelId="{39D17B09-BB7C-4911-80FE-58F5BA143928}">
      <dsp:nvSpPr>
        <dsp:cNvPr id="11" name="矩形 10" hidden="1"/>
        <dsp:cNvSpPr/>
      </dsp:nvSpPr>
      <dsp:spPr>
        <a:xfrm>
          <a:off x="1646781" y="211207"/>
          <a:ext cx="36000" cy="36000"/>
        </a:xfrm>
        <a:prstGeom prst="rect">
          <a:avLst/>
        </a:prstGeom>
      </dsp:spPr>
      <dsp:txXfrm>
        <a:off x="1646781" y="211207"/>
        <a:ext cx="36000" cy="36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3560635" cy="3560635"/>
        <a:chOff x="0" y="0"/>
        <a:chExt cx="3560635" cy="3560635"/>
      </a:xfrm>
    </dsp:grpSpPr>
    <dsp:sp modelId="{34473798-D318-4CF4-9B69-47E26231E92D}">
      <dsp:nvSpPr>
        <dsp:cNvPr id="3" name="椭圆 2"/>
        <dsp:cNvSpPr/>
      </dsp:nvSpPr>
      <dsp:spPr bwMode="white">
        <a:xfrm>
          <a:off x="1645168" y="882290"/>
          <a:ext cx="2050616" cy="2050616"/>
        </a:xfrm>
        <a:prstGeom prst="ellipse">
          <a:avLst/>
        </a:prstGeom>
        <a:solidFill>
          <a:schemeClr val="tx2"/>
        </a:solidFill>
      </dsp:spPr>
      <dsp:style>
        <a:lnRef idx="3">
          <a:schemeClr val="lt1"/>
        </a:lnRef>
        <a:fillRef idx="1">
          <a:schemeClr val="accent6">
            <a:alpha val="50000"/>
          </a:schemeClr>
        </a:fillRef>
        <a:effectRef idx="0">
          <a:scrgbClr r="0" g="0" b="0"/>
        </a:effectRef>
        <a:fontRef idx="minor">
          <a:schemeClr val="tx1"/>
        </a:fontRef>
      </dsp:style>
      <dsp:txBody>
        <a:bodyPr lIns="55880" tIns="55880" rIns="55880" bIns="558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4400" b="1" dirty="0">
              <a:solidFill>
                <a:schemeClr val="bg1"/>
              </a:solidFill>
              <a:latin typeface="微软雅黑" panose="020B0503020204020204" pitchFamily="34" charset="-122"/>
              <a:ea typeface="微软雅黑" panose="020B0503020204020204" pitchFamily="34" charset="-122"/>
            </a:rPr>
            <a:t>KEY</a:t>
          </a:r>
          <a:endParaRPr lang="zh-CN" altLang="en-US" sz="4400" b="1" dirty="0">
            <a:solidFill>
              <a:schemeClr val="bg1"/>
            </a:solidFill>
            <a:latin typeface="微软雅黑" panose="020B0503020204020204" pitchFamily="34" charset="-122"/>
            <a:ea typeface="微软雅黑" panose="020B0503020204020204" pitchFamily="34" charset="-122"/>
          </a:endParaRPr>
        </a:p>
      </dsp:txBody>
      <dsp:txXfrm>
        <a:off x="1645168" y="882290"/>
        <a:ext cx="2050616" cy="2050616"/>
      </dsp:txXfrm>
    </dsp:sp>
    <dsp:sp modelId="{D5E50F5B-6F57-489D-B1A4-5A1970BAAF4C}">
      <dsp:nvSpPr>
        <dsp:cNvPr id="4" name="椭圆 3"/>
        <dsp:cNvSpPr/>
      </dsp:nvSpPr>
      <dsp:spPr bwMode="white">
        <a:xfrm>
          <a:off x="2157822" y="62044"/>
          <a:ext cx="1025308" cy="1025308"/>
        </a:xfrm>
        <a:prstGeom prst="ellipse">
          <a:avLst/>
        </a:prstGeom>
        <a:solidFill>
          <a:schemeClr val="accent1">
            <a:alpha val="58000"/>
          </a:schemeClr>
        </a:solidFill>
        <a:ln w="25400">
          <a:solidFill>
            <a:schemeClr val="bg1"/>
          </a:solidFill>
        </a:ln>
      </dsp:spPr>
      <dsp:style>
        <a:lnRef idx="3">
          <a:schemeClr val="lt1"/>
        </a:lnRef>
        <a:fillRef idx="1">
          <a:schemeClr val="accent6">
            <a:alpha val="50000"/>
          </a:schemeClr>
        </a:fillRef>
        <a:effectRef idx="0">
          <a:scrgbClr r="0" g="0" b="0"/>
        </a:effectRef>
        <a:fontRef idx="minor">
          <a:schemeClr val="tx1"/>
        </a:fontRef>
      </dsp:style>
      <dsp:txBody>
        <a:bodyPr lIns="45720" tIns="45720" rIns="45720" bIns="457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3600" b="1" dirty="0">
              <a:solidFill>
                <a:schemeClr val="bg1"/>
              </a:solidFill>
              <a:latin typeface="微软雅黑" panose="020B0503020204020204" pitchFamily="34" charset="-122"/>
              <a:ea typeface="微软雅黑" panose="020B0503020204020204" pitchFamily="34" charset="-122"/>
            </a:rPr>
            <a:t>2</a:t>
          </a:r>
          <a:endParaRPr lang="zh-CN" altLang="en-US" sz="3600" b="1" dirty="0">
            <a:solidFill>
              <a:schemeClr val="bg1"/>
            </a:solidFill>
            <a:latin typeface="微软雅黑" panose="020B0503020204020204" pitchFamily="34" charset="-122"/>
            <a:ea typeface="微软雅黑" panose="020B0503020204020204" pitchFamily="34" charset="-122"/>
          </a:endParaRPr>
        </a:p>
      </dsp:txBody>
      <dsp:txXfrm>
        <a:off x="2157822" y="62044"/>
        <a:ext cx="1025308" cy="1025308"/>
      </dsp:txXfrm>
    </dsp:sp>
    <dsp:sp modelId="{98605A76-6266-4548-A1E7-879E73EB9877}">
      <dsp:nvSpPr>
        <dsp:cNvPr id="5" name="椭圆 4"/>
        <dsp:cNvSpPr/>
      </dsp:nvSpPr>
      <dsp:spPr bwMode="white">
        <a:xfrm>
          <a:off x="3425486" y="983055"/>
          <a:ext cx="1025308" cy="1025308"/>
        </a:xfrm>
        <a:prstGeom prst="ellipse">
          <a:avLst/>
        </a:prstGeom>
        <a:solidFill>
          <a:schemeClr val="accent1">
            <a:alpha val="58000"/>
          </a:schemeClr>
        </a:solidFill>
        <a:ln w="25400">
          <a:solidFill>
            <a:schemeClr val="bg1"/>
          </a:solidFill>
        </a:ln>
      </dsp:spPr>
      <dsp:style>
        <a:lnRef idx="3">
          <a:schemeClr val="lt1"/>
        </a:lnRef>
        <a:fillRef idx="1">
          <a:schemeClr val="accent6">
            <a:alpha val="50000"/>
          </a:schemeClr>
        </a:fillRef>
        <a:effectRef idx="0">
          <a:scrgbClr r="0" g="0" b="0"/>
        </a:effectRef>
        <a:fontRef idx="minor">
          <a:schemeClr val="tx1"/>
        </a:fontRef>
      </dsp:style>
      <dsp:txBody>
        <a:bodyPr lIns="45720" tIns="45720" rIns="45720" bIns="457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3600" b="1">
              <a:solidFill>
                <a:schemeClr val="bg1"/>
              </a:solidFill>
              <a:latin typeface="微软雅黑" panose="020B0503020204020204" pitchFamily="34" charset="-122"/>
              <a:ea typeface="微软雅黑" panose="020B0503020204020204" pitchFamily="34" charset="-122"/>
            </a:rPr>
            <a:t>3</a:t>
          </a:r>
          <a:endParaRPr lang="zh-CN" altLang="en-US" sz="3600" b="1" dirty="0">
            <a:solidFill>
              <a:schemeClr val="bg1"/>
            </a:solidFill>
            <a:latin typeface="微软雅黑" panose="020B0503020204020204" pitchFamily="34" charset="-122"/>
            <a:ea typeface="微软雅黑" panose="020B0503020204020204" pitchFamily="34" charset="-122"/>
          </a:endParaRPr>
        </a:p>
      </dsp:txBody>
      <dsp:txXfrm>
        <a:off x="3425486" y="983055"/>
        <a:ext cx="1025308" cy="1025308"/>
      </dsp:txXfrm>
    </dsp:sp>
    <dsp:sp modelId="{11D08A07-D65B-4FB4-875D-89F15ABCDB4D}">
      <dsp:nvSpPr>
        <dsp:cNvPr id="6" name="椭圆 5"/>
        <dsp:cNvSpPr/>
      </dsp:nvSpPr>
      <dsp:spPr bwMode="white">
        <a:xfrm>
          <a:off x="2941281" y="2473283"/>
          <a:ext cx="1025308" cy="1025308"/>
        </a:xfrm>
        <a:prstGeom prst="ellipse">
          <a:avLst/>
        </a:prstGeom>
        <a:solidFill>
          <a:schemeClr val="accent1">
            <a:alpha val="58000"/>
          </a:schemeClr>
        </a:solidFill>
        <a:ln w="25400">
          <a:solidFill>
            <a:schemeClr val="bg1"/>
          </a:solidFill>
        </a:ln>
      </dsp:spPr>
      <dsp:style>
        <a:lnRef idx="3">
          <a:schemeClr val="lt1"/>
        </a:lnRef>
        <a:fillRef idx="1">
          <a:schemeClr val="accent6">
            <a:alpha val="50000"/>
          </a:schemeClr>
        </a:fillRef>
        <a:effectRef idx="0">
          <a:scrgbClr r="0" g="0" b="0"/>
        </a:effectRef>
        <a:fontRef idx="minor">
          <a:schemeClr val="tx1"/>
        </a:fontRef>
      </dsp:style>
      <dsp:txBody>
        <a:bodyPr lIns="45720" tIns="45720" rIns="45720" bIns="457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3600" b="1">
              <a:solidFill>
                <a:schemeClr val="bg1"/>
              </a:solidFill>
              <a:latin typeface="微软雅黑" panose="020B0503020204020204" pitchFamily="34" charset="-122"/>
              <a:ea typeface="微软雅黑" panose="020B0503020204020204" pitchFamily="34" charset="-122"/>
            </a:rPr>
            <a:t>4</a:t>
          </a:r>
          <a:endParaRPr lang="zh-CN" altLang="en-US" sz="3600" b="1" dirty="0">
            <a:solidFill>
              <a:schemeClr val="bg1"/>
            </a:solidFill>
            <a:latin typeface="微软雅黑" panose="020B0503020204020204" pitchFamily="34" charset="-122"/>
            <a:ea typeface="微软雅黑" panose="020B0503020204020204" pitchFamily="34" charset="-122"/>
          </a:endParaRPr>
        </a:p>
      </dsp:txBody>
      <dsp:txXfrm>
        <a:off x="2941281" y="2473283"/>
        <a:ext cx="1025308" cy="1025308"/>
      </dsp:txXfrm>
    </dsp:sp>
    <dsp:sp modelId="{D3447B3E-3C71-4C1A-9739-42F66D00DB68}">
      <dsp:nvSpPr>
        <dsp:cNvPr id="7" name="椭圆 6"/>
        <dsp:cNvSpPr/>
      </dsp:nvSpPr>
      <dsp:spPr bwMode="white">
        <a:xfrm>
          <a:off x="1374363" y="2473283"/>
          <a:ext cx="1025308" cy="1025308"/>
        </a:xfrm>
        <a:prstGeom prst="ellipse">
          <a:avLst/>
        </a:prstGeom>
        <a:solidFill>
          <a:schemeClr val="accent1">
            <a:alpha val="58000"/>
          </a:schemeClr>
        </a:solidFill>
        <a:ln w="25400">
          <a:solidFill>
            <a:schemeClr val="bg1"/>
          </a:solidFill>
        </a:ln>
      </dsp:spPr>
      <dsp:style>
        <a:lnRef idx="3">
          <a:schemeClr val="lt1"/>
        </a:lnRef>
        <a:fillRef idx="1">
          <a:schemeClr val="accent6">
            <a:alpha val="50000"/>
          </a:schemeClr>
        </a:fillRef>
        <a:effectRef idx="0">
          <a:scrgbClr r="0" g="0" b="0"/>
        </a:effectRef>
        <a:fontRef idx="minor">
          <a:schemeClr val="tx1"/>
        </a:fontRef>
      </dsp:style>
      <dsp:txBody>
        <a:bodyPr lIns="45720" tIns="45720" rIns="45720" bIns="457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3600" b="1" dirty="0">
              <a:solidFill>
                <a:schemeClr val="bg1"/>
              </a:solidFill>
              <a:latin typeface="微软雅黑" panose="020B0503020204020204" pitchFamily="34" charset="-122"/>
              <a:ea typeface="微软雅黑" panose="020B0503020204020204" pitchFamily="34" charset="-122"/>
            </a:rPr>
            <a:t>5</a:t>
          </a:r>
          <a:endParaRPr lang="zh-CN" altLang="en-US" sz="3600" b="1" dirty="0">
            <a:solidFill>
              <a:schemeClr val="bg1"/>
            </a:solidFill>
            <a:latin typeface="微软雅黑" panose="020B0503020204020204" pitchFamily="34" charset="-122"/>
            <a:ea typeface="微软雅黑" panose="020B0503020204020204" pitchFamily="34" charset="-122"/>
          </a:endParaRPr>
        </a:p>
      </dsp:txBody>
      <dsp:txXfrm>
        <a:off x="1374363" y="2473283"/>
        <a:ext cx="1025308" cy="1025308"/>
      </dsp:txXfrm>
    </dsp:sp>
    <dsp:sp modelId="{8E771D08-D924-4A08-9181-D3815A065757}">
      <dsp:nvSpPr>
        <dsp:cNvPr id="8" name="椭圆 7"/>
        <dsp:cNvSpPr/>
      </dsp:nvSpPr>
      <dsp:spPr bwMode="white">
        <a:xfrm>
          <a:off x="890159" y="983055"/>
          <a:ext cx="1025308" cy="1025308"/>
        </a:xfrm>
        <a:prstGeom prst="ellipse">
          <a:avLst/>
        </a:prstGeom>
        <a:solidFill>
          <a:schemeClr val="accent1">
            <a:alpha val="58000"/>
          </a:schemeClr>
        </a:solidFill>
        <a:ln w="25400">
          <a:solidFill>
            <a:schemeClr val="bg1"/>
          </a:solidFill>
        </a:ln>
      </dsp:spPr>
      <dsp:style>
        <a:lnRef idx="3">
          <a:schemeClr val="lt1"/>
        </a:lnRef>
        <a:fillRef idx="1">
          <a:schemeClr val="accent6">
            <a:alpha val="50000"/>
          </a:schemeClr>
        </a:fillRef>
        <a:effectRef idx="0">
          <a:scrgbClr r="0" g="0" b="0"/>
        </a:effectRef>
        <a:fontRef idx="minor">
          <a:schemeClr val="tx1"/>
        </a:fontRef>
      </dsp:style>
      <dsp:txBody>
        <a:bodyPr lIns="45720" tIns="45720" rIns="45720" bIns="457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3600" b="1" dirty="0">
              <a:solidFill>
                <a:schemeClr val="bg1"/>
              </a:solidFill>
              <a:latin typeface="微软雅黑" panose="020B0503020204020204" pitchFamily="34" charset="-122"/>
              <a:ea typeface="微软雅黑" panose="020B0503020204020204" pitchFamily="34" charset="-122"/>
            </a:rPr>
            <a:t>1</a:t>
          </a:r>
          <a:endParaRPr lang="zh-CN" altLang="en-US" sz="3600" b="1" dirty="0">
            <a:solidFill>
              <a:schemeClr val="bg1"/>
            </a:solidFill>
            <a:latin typeface="微软雅黑" panose="020B0503020204020204" pitchFamily="34" charset="-122"/>
            <a:ea typeface="微软雅黑" panose="020B0503020204020204" pitchFamily="34" charset="-122"/>
          </a:endParaRPr>
        </a:p>
      </dsp:txBody>
      <dsp:txXfrm>
        <a:off x="890159" y="983055"/>
        <a:ext cx="1025308" cy="1025308"/>
      </dsp:txXfrm>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type="gear6" r:blip="" rot="-15">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srcNode" val="gear1srcNode"/>
          <dgm:param type="dstNode" val="gear1dstNode"/>
          <dgm:param type="connRout" val="curv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srcNode" val="gear2srcNode"/>
          <dgm:param type="dstNode" val="gear2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srcNode" val="gear3srcNode"/>
          <dgm:param type="dstNode" val="gear3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6" Type="http://schemas.microsoft.com/office/2007/relationships/hdphoto" Target="../media/image5.wdp"/><Relationship Id="rId5" Type="http://schemas.openxmlformats.org/officeDocument/2006/relationships/image" Target="../media/image4.png"/><Relationship Id="rId4" Type="http://schemas.microsoft.com/office/2007/relationships/hdphoto" Target="../media/image3.wdp"/><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microsoft.com/office/2007/relationships/hdphoto" Target="../media/image9.wdp"/><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image" Target="../media/image12.png"/><Relationship Id="rId5" Type="http://schemas.microsoft.com/office/2007/relationships/hdphoto" Target="../media/image11.wdp"/><Relationship Id="rId4" Type="http://schemas.openxmlformats.org/officeDocument/2006/relationships/image" Target="../media/image10.pn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6" Type="http://schemas.openxmlformats.org/officeDocument/2006/relationships/image" Target="../media/image12.png"/><Relationship Id="rId5" Type="http://schemas.microsoft.com/office/2007/relationships/hdphoto" Target="../media/image3.wdp"/><Relationship Id="rId4" Type="http://schemas.openxmlformats.org/officeDocument/2006/relationships/image" Target="../media/image2.png"/><Relationship Id="rId3" Type="http://schemas.microsoft.com/office/2007/relationships/hdphoto" Target="../media/image11.wdp"/><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image" Target="../media/image12.png"/><Relationship Id="rId5" Type="http://schemas.microsoft.com/office/2007/relationships/hdphoto" Target="../media/image14.wdp"/><Relationship Id="rId4" Type="http://schemas.openxmlformats.org/officeDocument/2006/relationships/image" Target="../media/image13.pn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6" Type="http://schemas.openxmlformats.org/officeDocument/2006/relationships/image" Target="../media/image12.png"/><Relationship Id="rId5" Type="http://schemas.microsoft.com/office/2007/relationships/hdphoto" Target="../media/image14.wdp"/><Relationship Id="rId4" Type="http://schemas.openxmlformats.org/officeDocument/2006/relationships/image" Target="../media/image13.pn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6" Type="http://schemas.openxmlformats.org/officeDocument/2006/relationships/image" Target="../media/image12.png"/><Relationship Id="rId5" Type="http://schemas.microsoft.com/office/2007/relationships/hdphoto" Target="../media/image16.wdp"/><Relationship Id="rId4" Type="http://schemas.openxmlformats.org/officeDocument/2006/relationships/image" Target="../media/image15.pn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6" Type="http://schemas.openxmlformats.org/officeDocument/2006/relationships/image" Target="../media/image12.png"/><Relationship Id="rId5" Type="http://schemas.microsoft.com/office/2007/relationships/hdphoto" Target="../media/image16.wdp"/><Relationship Id="rId4" Type="http://schemas.openxmlformats.org/officeDocument/2006/relationships/image" Target="../media/image15.pn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image" Target="../media/image12.png"/><Relationship Id="rId5" Type="http://schemas.microsoft.com/office/2007/relationships/hdphoto" Target="../media/image18.wdp"/><Relationship Id="rId4" Type="http://schemas.openxmlformats.org/officeDocument/2006/relationships/image" Target="../media/image17.pn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image" Target="../media/image12.png"/><Relationship Id="rId5" Type="http://schemas.microsoft.com/office/2007/relationships/hdphoto" Target="../media/image18.wdp"/><Relationship Id="rId4" Type="http://schemas.openxmlformats.org/officeDocument/2006/relationships/image" Target="../media/image17.pn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microsoft.com/office/2007/relationships/hdphoto" Target="../media/image20.wdp"/><Relationship Id="rId4" Type="http://schemas.openxmlformats.org/officeDocument/2006/relationships/image" Target="../media/image19.pn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microsoft.com/office/2007/relationships/hdphoto" Target="../media/image20.wdp"/><Relationship Id="rId4" Type="http://schemas.openxmlformats.org/officeDocument/2006/relationships/image" Target="../media/image19.pn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microsoft.com/office/2007/relationships/hdphoto" Target="../media/image20.wdp"/><Relationship Id="rId4" Type="http://schemas.openxmlformats.org/officeDocument/2006/relationships/image" Target="../media/image19.pn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5" Type="http://schemas.microsoft.com/office/2007/relationships/hdphoto" Target="../media/image5.wdp"/><Relationship Id="rId4" Type="http://schemas.openxmlformats.org/officeDocument/2006/relationships/image" Target="../media/image4.png"/><Relationship Id="rId3" Type="http://schemas.microsoft.com/office/2007/relationships/hdphoto" Target="../media/image22.wdp"/><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4" Type="http://schemas.microsoft.com/office/2007/relationships/hdphoto" Target="../media/image3.wdp"/><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4" Type="http://schemas.openxmlformats.org/officeDocument/2006/relationships/image" Target="../media/image12.pn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blipFill dpi="0" rotWithShape="1">
            <a:blip r:embed="rId2">
              <a:duotone>
                <a:schemeClr val="bg2">
                  <a:shade val="45000"/>
                  <a:satMod val="135000"/>
                </a:schemeClr>
                <a:prstClr val="white"/>
              </a:duotone>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userDrawn="1"/>
        </p:nvSpPr>
        <p:spPr>
          <a:xfrm>
            <a:off x="0" y="573058"/>
            <a:ext cx="12192000" cy="2857500"/>
          </a:xfrm>
          <a:prstGeom prst="rect">
            <a:avLst/>
          </a:prstGeom>
          <a:gradFill>
            <a:gsLst>
              <a:gs pos="0">
                <a:schemeClr val="accent1"/>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微软雅黑" panose="020B0503020204020204" pitchFamily="34" charset="-122"/>
              <a:ea typeface="微软雅黑" panose="020B0503020204020204" pitchFamily="34" charset="-122"/>
            </a:endParaRPr>
          </a:p>
        </p:txBody>
      </p:sp>
      <p:pic>
        <p:nvPicPr>
          <p:cNvPr id="10" name="图片 9"/>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bright="100000" contrast="100000"/>
                    </a14:imgEffect>
                    <a14:imgEffect>
                      <a14:colorTemperature colorTemp="1500"/>
                    </a14:imgEffect>
                    <a14:imgEffect>
                      <a14:saturation sat="0"/>
                    </a14:imgEffect>
                  </a14:imgLayer>
                </a14:imgProps>
              </a:ext>
            </a:extLst>
          </a:blip>
          <a:srcRect l="26009" t="-18105" r="1201" b="1"/>
          <a:stretch>
            <a:fillRect/>
          </a:stretch>
        </p:blipFill>
        <p:spPr>
          <a:xfrm>
            <a:off x="-8468" y="2560319"/>
            <a:ext cx="12200467" cy="660689"/>
          </a:xfrm>
          <a:prstGeom prst="rect">
            <a:avLst/>
          </a:prstGeom>
        </p:spPr>
      </p:pic>
      <p:sp>
        <p:nvSpPr>
          <p:cNvPr id="13" name="内容占位符 2"/>
          <p:cNvSpPr>
            <a:spLocks noGrp="1"/>
          </p:cNvSpPr>
          <p:nvPr>
            <p:ph sz="quarter" idx="12" hasCustomPrompt="1"/>
          </p:nvPr>
        </p:nvSpPr>
        <p:spPr>
          <a:xfrm>
            <a:off x="4102835" y="4544189"/>
            <a:ext cx="3975953" cy="454025"/>
          </a:xfrm>
        </p:spPr>
        <p:txBody>
          <a:bodyPr>
            <a:normAutofit/>
          </a:bodyPr>
          <a:lstStyle>
            <a:lvl1pPr marL="0" indent="0" algn="ctr">
              <a:buNone/>
              <a:defRPr sz="2400"/>
            </a:lvl1pPr>
          </a:lstStyle>
          <a:p>
            <a:fld id="{E42970F4-9EF3-4E0A-91E0-2B480D8FBBAF}" type="datetime2">
              <a:rPr lang="zh-CN" altLang="en-US" smtClean="0"/>
            </a:fld>
            <a:endParaRPr lang="zh-CN" altLang="en-US" dirty="0"/>
          </a:p>
        </p:txBody>
      </p:sp>
      <p:pic>
        <p:nvPicPr>
          <p:cNvPr id="9" name="图片 8"/>
          <p:cNvPicPr>
            <a:picLocks noChangeAspect="1"/>
          </p:cNvPicPr>
          <p:nvPr userDrawn="1"/>
        </p:nvPicPr>
        <p:blipFill>
          <a:blip r:embed="rId5" cstate="print">
            <a:duotone>
              <a:schemeClr val="accent3">
                <a:shade val="45000"/>
                <a:satMod val="135000"/>
              </a:schemeClr>
              <a:prstClr val="white"/>
            </a:duotone>
            <a:extLst>
              <a:ext uri="{BEBA8EAE-BF5A-486C-A8C5-ECC9F3942E4B}">
                <a14:imgProps xmlns:a14="http://schemas.microsoft.com/office/drawing/2010/main">
                  <a14:imgLayer r:embed="rId6">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388620" y="5086796"/>
            <a:ext cx="4225394" cy="138906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目录页">
    <p:spTree>
      <p:nvGrpSpPr>
        <p:cNvPr id="1" name=""/>
        <p:cNvGrpSpPr/>
        <p:nvPr/>
      </p:nvGrpSpPr>
      <p:grpSpPr>
        <a:xfrm>
          <a:off x="0" y="0"/>
          <a:ext cx="0" cy="0"/>
          <a:chOff x="0" y="0"/>
          <a:chExt cx="0" cy="0"/>
        </a:xfrm>
      </p:grpSpPr>
      <p:pic>
        <p:nvPicPr>
          <p:cNvPr id="5" name="图片占位符 95" descr="图片包含 天空, 泰迪熊, 熊, 建筑物&#10;&#10;自动生成的说明"/>
          <p:cNvPicPr>
            <a:picLocks noChangeAspect="1"/>
          </p:cNvPicPr>
          <p:nvPr userDrawn="1"/>
        </p:nvPicPr>
        <p:blipFill rotWithShape="1">
          <a:blip r:embed="rId2" cstate="print">
            <a:extLst>
              <a:ext uri="{28A0092B-C50C-407E-A947-70E740481C1C}">
                <a14:useLocalDpi xmlns:a14="http://schemas.microsoft.com/office/drawing/2010/main" val="0"/>
              </a:ext>
            </a:extLst>
          </a:blip>
          <a:srcRect l="24630" r="23380"/>
          <a:stretch>
            <a:fillRect/>
          </a:stretch>
        </p:blipFill>
        <p:spPr>
          <a:xfrm>
            <a:off x="0" y="2109743"/>
            <a:ext cx="3705223" cy="4748258"/>
          </a:xfrm>
          <a:prstGeom prst="rect">
            <a:avLst/>
          </a:prstGeom>
        </p:spPr>
      </p:pic>
      <p:grpSp>
        <p:nvGrpSpPr>
          <p:cNvPr id="8" name="组合 7"/>
          <p:cNvGrpSpPr/>
          <p:nvPr userDrawn="1"/>
        </p:nvGrpSpPr>
        <p:grpSpPr>
          <a:xfrm>
            <a:off x="0" y="1"/>
            <a:ext cx="3705225" cy="3230879"/>
            <a:chOff x="0" y="1"/>
            <a:chExt cx="3705225" cy="3230879"/>
          </a:xfrm>
        </p:grpSpPr>
        <p:sp>
          <p:nvSpPr>
            <p:cNvPr id="6" name="矩形 5"/>
            <p:cNvSpPr/>
            <p:nvPr userDrawn="1"/>
          </p:nvSpPr>
          <p:spPr>
            <a:xfrm>
              <a:off x="0" y="1"/>
              <a:ext cx="3705225" cy="21234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0" y="2123439"/>
              <a:ext cx="3705225" cy="1107441"/>
            </a:xfrm>
            <a:prstGeom prst="rect">
              <a:avLst/>
            </a:prstGeom>
            <a:gradFill>
              <a:gsLst>
                <a:gs pos="0">
                  <a:schemeClr val="accent1">
                    <a:alpha val="0"/>
                  </a:schemeClr>
                </a:gs>
                <a:gs pos="100000">
                  <a:schemeClr val="accent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9" name="图片 8" descr="图片包含 建筑物&#10;&#10;自动生成的说明"/>
          <p:cNvPicPr>
            <a:picLocks noChangeAspect="1"/>
          </p:cNvPicPr>
          <p:nvPr userDrawn="1"/>
        </p:nvPicPr>
        <p:blipFill>
          <a:blip r:embed="rId3" cstate="print">
            <a:alphaModFix amt="5000"/>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3705224" y="2047874"/>
            <a:ext cx="8486775" cy="3457575"/>
          </a:xfrm>
          <a:prstGeom prst="rect">
            <a:avLst/>
          </a:prstGeom>
        </p:spPr>
      </p:pic>
      <p:sp>
        <p:nvSpPr>
          <p:cNvPr id="10" name="文本框 9"/>
          <p:cNvSpPr txBox="1"/>
          <p:nvPr userDrawn="1"/>
        </p:nvSpPr>
        <p:spPr>
          <a:xfrm>
            <a:off x="569118" y="1160150"/>
            <a:ext cx="2566988" cy="1400383"/>
          </a:xfrm>
          <a:prstGeom prst="rect">
            <a:avLst/>
          </a:prstGeom>
          <a:noFill/>
        </p:spPr>
        <p:txBody>
          <a:bodyPr wrap="square" rtlCol="0">
            <a:spAutoFit/>
          </a:bodyPr>
          <a:lstStyle/>
          <a:p>
            <a:pPr algn="ctr">
              <a:spcBef>
                <a:spcPts val="600"/>
              </a:spcBef>
            </a:pPr>
            <a:r>
              <a:rPr lang="zh-CN" altLang="en-US" sz="4400" b="1" dirty="0">
                <a:solidFill>
                  <a:schemeClr val="bg1"/>
                </a:solidFill>
                <a:effectLst>
                  <a:outerShdw blurRad="38100" dist="38100" dir="2700000" algn="tl">
                    <a:srgbClr val="000000">
                      <a:alpha val="43137"/>
                    </a:srgbClr>
                  </a:outerShdw>
                </a:effectLst>
                <a:latin typeface="+mj-ea"/>
                <a:ea typeface="+mj-ea"/>
              </a:rPr>
              <a:t>目  录</a:t>
            </a:r>
            <a:endParaRPr lang="en-US" altLang="zh-CN" sz="4400" b="1" dirty="0">
              <a:solidFill>
                <a:schemeClr val="bg1"/>
              </a:solidFill>
              <a:effectLst>
                <a:outerShdw blurRad="38100" dist="38100" dir="2700000" algn="tl">
                  <a:srgbClr val="000000">
                    <a:alpha val="43137"/>
                  </a:srgbClr>
                </a:outerShdw>
              </a:effectLst>
              <a:latin typeface="+mj-ea"/>
              <a:ea typeface="+mj-ea"/>
            </a:endParaRPr>
          </a:p>
          <a:p>
            <a:pPr algn="ctr">
              <a:spcBef>
                <a:spcPts val="600"/>
              </a:spcBef>
            </a:pPr>
            <a:r>
              <a:rPr lang="en-US" altLang="zh-CN" sz="3600" b="1" dirty="0">
                <a:solidFill>
                  <a:schemeClr val="bg1"/>
                </a:solidFill>
                <a:effectLst>
                  <a:outerShdw blurRad="38100" dist="38100" dir="2700000" algn="tl">
                    <a:srgbClr val="000000">
                      <a:alpha val="43137"/>
                    </a:srgbClr>
                  </a:outerShdw>
                </a:effectLst>
                <a:latin typeface="+mn-lt"/>
                <a:ea typeface="+mj-ea"/>
              </a:rPr>
              <a:t>CONTENT</a:t>
            </a:r>
            <a:endParaRPr lang="zh-CN" altLang="en-US" sz="3600" b="1" dirty="0">
              <a:solidFill>
                <a:schemeClr val="bg1"/>
              </a:solidFill>
              <a:effectLst>
                <a:outerShdw blurRad="38100" dist="38100" dir="2700000" algn="tl">
                  <a:srgbClr val="000000">
                    <a:alpha val="43137"/>
                  </a:srgbClr>
                </a:outerShdw>
              </a:effectLst>
              <a:latin typeface="+mn-lt"/>
              <a:ea typeface="+mj-ea"/>
            </a:endParaRPr>
          </a:p>
        </p:txBody>
      </p:sp>
      <p:pic>
        <p:nvPicPr>
          <p:cNvPr id="11" name="图片 10"/>
          <p:cNvPicPr>
            <a:picLocks noChangeAspect="1"/>
          </p:cNvPicPr>
          <p:nvPr userDrawn="1"/>
        </p:nvPicPr>
        <p:blipFill>
          <a:blip r:embed="rId4" cstate="print">
            <a:duotone>
              <a:schemeClr val="accent3">
                <a:shade val="45000"/>
                <a:satMod val="135000"/>
              </a:schemeClr>
              <a:prstClr val="white"/>
            </a:duotone>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105900" y="198623"/>
            <a:ext cx="2847974" cy="93624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过渡页-1">
    <p:bg>
      <p:bgPr>
        <a:solidFill>
          <a:schemeClr val="bg1"/>
        </a:solidFill>
        <a:effectLst/>
      </p:bgPr>
    </p:bg>
    <p:spTree>
      <p:nvGrpSpPr>
        <p:cNvPr id="1" name=""/>
        <p:cNvGrpSpPr/>
        <p:nvPr/>
      </p:nvGrpSpPr>
      <p:grpSpPr>
        <a:xfrm>
          <a:off x="0" y="0"/>
          <a:ext cx="0" cy="0"/>
          <a:chOff x="0" y="0"/>
          <a:chExt cx="0" cy="0"/>
        </a:xfrm>
      </p:grpSpPr>
      <p:sp>
        <p:nvSpPr>
          <p:cNvPr id="15" name="矩形 14"/>
          <p:cNvSpPr/>
          <p:nvPr userDrawn="1"/>
        </p:nvSpPr>
        <p:spPr>
          <a:xfrm>
            <a:off x="0" y="1348988"/>
            <a:ext cx="12192000" cy="3102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contrast="100000"/>
                    </a14:imgEffect>
                    <a14:imgEffect>
                      <a14:colorTemperature colorTemp="1500"/>
                    </a14:imgEffect>
                    <a14:imgEffect>
                      <a14:saturation sat="0"/>
                    </a14:imgEffect>
                  </a14:imgLayer>
                </a14:imgProps>
              </a:ext>
            </a:extLst>
          </a:blip>
          <a:srcRect l="12760" t="-18106" r="1202" b="-17978"/>
          <a:stretch>
            <a:fillRect/>
          </a:stretch>
        </p:blipFill>
        <p:spPr>
          <a:xfrm>
            <a:off x="0" y="3660252"/>
            <a:ext cx="12200467" cy="689345"/>
          </a:xfrm>
          <a:prstGeom prst="rect">
            <a:avLst/>
          </a:prstGeom>
        </p:spPr>
      </p:pic>
      <p:grpSp>
        <p:nvGrpSpPr>
          <p:cNvPr id="16" name="组合 15"/>
          <p:cNvGrpSpPr/>
          <p:nvPr userDrawn="1"/>
        </p:nvGrpSpPr>
        <p:grpSpPr>
          <a:xfrm>
            <a:off x="813832" y="0"/>
            <a:ext cx="4824967" cy="6858000"/>
            <a:chOff x="975757" y="0"/>
            <a:chExt cx="4824967" cy="6858000"/>
          </a:xfrm>
        </p:grpSpPr>
        <p:pic>
          <p:nvPicPr>
            <p:cNvPr id="8" name="图片 7"/>
            <p:cNvPicPr>
              <a:picLocks noChangeAspect="1"/>
            </p:cNvPicPr>
            <p:nvPr userDrawn="1"/>
          </p:nvPicPr>
          <p:blipFill>
            <a:blip r:embed="rId4" cstate="print">
              <a:duotone>
                <a:schemeClr val="accent3">
                  <a:shade val="45000"/>
                  <a:satMod val="135000"/>
                </a:schemeClr>
                <a:prstClr val="white"/>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975757" y="0"/>
              <a:ext cx="4824967" cy="6858000"/>
            </a:xfrm>
            <a:prstGeom prst="rect">
              <a:avLst/>
            </a:prstGeom>
            <a:effectLst>
              <a:outerShdw blurRad="114300" dist="139700" algn="l" rotWithShape="0">
                <a:prstClr val="black">
                  <a:alpha val="20000"/>
                </a:prstClr>
              </a:outerShdw>
            </a:effectLst>
          </p:spPr>
        </p:pic>
        <p:sp>
          <p:nvSpPr>
            <p:cNvPr id="11" name="文本框 10"/>
            <p:cNvSpPr txBox="1"/>
            <p:nvPr userDrawn="1"/>
          </p:nvSpPr>
          <p:spPr>
            <a:xfrm>
              <a:off x="1565274" y="3089701"/>
              <a:ext cx="3645931" cy="830997"/>
            </a:xfrm>
            <a:prstGeom prst="rect">
              <a:avLst/>
            </a:prstGeom>
            <a:noFill/>
          </p:spPr>
          <p:txBody>
            <a:bodyPr wrap="square" rtlCol="0">
              <a:spAutoFit/>
            </a:bodyPr>
            <a:lstStyle/>
            <a:p>
              <a:pPr algn="ctr">
                <a:spcBef>
                  <a:spcPts val="600"/>
                </a:spcBef>
              </a:pPr>
              <a:r>
                <a:rPr lang="en-US" altLang="zh-CN" sz="4800" b="1" dirty="0">
                  <a:solidFill>
                    <a:schemeClr val="bg1"/>
                  </a:solidFill>
                  <a:effectLst>
                    <a:outerShdw blurRad="38100" dist="38100" dir="2700000" algn="tl">
                      <a:srgbClr val="000000">
                        <a:alpha val="43137"/>
                      </a:srgbClr>
                    </a:outerShdw>
                  </a:effectLst>
                  <a:latin typeface="+mn-lt"/>
                  <a:ea typeface="+mj-ea"/>
                </a:rPr>
                <a:t>PART ONE</a:t>
              </a:r>
              <a:endParaRPr lang="zh-CN" altLang="en-US" sz="4800" b="1" dirty="0">
                <a:solidFill>
                  <a:schemeClr val="bg1"/>
                </a:solidFill>
                <a:effectLst>
                  <a:outerShdw blurRad="38100" dist="38100" dir="2700000" algn="tl">
                    <a:srgbClr val="000000">
                      <a:alpha val="43137"/>
                    </a:srgbClr>
                  </a:outerShdw>
                </a:effectLst>
                <a:latin typeface="+mn-lt"/>
                <a:ea typeface="+mj-ea"/>
              </a:endParaRPr>
            </a:p>
          </p:txBody>
        </p:sp>
        <p:pic>
          <p:nvPicPr>
            <p:cNvPr id="14" name="图片 1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456845" y="1068380"/>
              <a:ext cx="1867505" cy="1523492"/>
            </a:xfrm>
            <a:prstGeom prst="rect">
              <a:avLst/>
            </a:prstGeom>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过渡页-2 R">
    <p:bg>
      <p:bgPr>
        <a:solidFill>
          <a:schemeClr val="bg1"/>
        </a:solidFill>
        <a:effectLst/>
      </p:bgPr>
    </p:bg>
    <p:spTree>
      <p:nvGrpSpPr>
        <p:cNvPr id="1" name=""/>
        <p:cNvGrpSpPr/>
        <p:nvPr/>
      </p:nvGrpSpPr>
      <p:grpSpPr>
        <a:xfrm>
          <a:off x="0" y="0"/>
          <a:ext cx="0" cy="0"/>
          <a:chOff x="0" y="0"/>
          <a:chExt cx="0" cy="0"/>
        </a:xfrm>
      </p:grpSpPr>
      <p:sp>
        <p:nvSpPr>
          <p:cNvPr id="15" name="矩形 14"/>
          <p:cNvSpPr/>
          <p:nvPr userDrawn="1"/>
        </p:nvSpPr>
        <p:spPr>
          <a:xfrm>
            <a:off x="0" y="1348988"/>
            <a:ext cx="12192000" cy="3102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p:cNvPicPr>
            <a:picLocks noChangeAspect="1"/>
          </p:cNvPicPr>
          <p:nvPr userDrawn="1"/>
        </p:nvPicPr>
        <p:blipFill>
          <a:blip r:embed="rId2" cstate="print">
            <a:duotone>
              <a:schemeClr val="accent3">
                <a:shade val="45000"/>
                <a:satMod val="135000"/>
              </a:schemeClr>
              <a:prstClr val="white"/>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6500258" y="0"/>
            <a:ext cx="4824967" cy="6858000"/>
          </a:xfrm>
          <a:prstGeom prst="rect">
            <a:avLst/>
          </a:prstGeom>
          <a:effectLst>
            <a:outerShdw blurRad="114300" dist="139700" algn="l" rotWithShape="0">
              <a:prstClr val="black">
                <a:alpha val="20000"/>
              </a:prstClr>
            </a:outerShdw>
          </a:effectLst>
        </p:spPr>
      </p:pic>
      <p:grpSp>
        <p:nvGrpSpPr>
          <p:cNvPr id="2" name="组合 1"/>
          <p:cNvGrpSpPr/>
          <p:nvPr userDrawn="1"/>
        </p:nvGrpSpPr>
        <p:grpSpPr>
          <a:xfrm>
            <a:off x="0" y="3667540"/>
            <a:ext cx="12192001" cy="682058"/>
            <a:chOff x="0" y="3667540"/>
            <a:chExt cx="12192001" cy="682058"/>
          </a:xfrm>
        </p:grpSpPr>
        <p:pic>
          <p:nvPicPr>
            <p:cNvPr id="13" name="图片 12"/>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bright="100000" contrast="100000"/>
                      </a14:imgEffect>
                      <a14:imgEffect>
                        <a14:colorTemperature colorTemp="1500"/>
                      </a14:imgEffect>
                      <a14:imgEffect>
                        <a14:saturation sat="0"/>
                      </a14:imgEffect>
                    </a14:imgLayer>
                  </a14:imgProps>
                </a:ext>
              </a:extLst>
            </a:blip>
            <a:srcRect l="52958" t="-16667" r="1202" b="-17979"/>
            <a:stretch>
              <a:fillRect/>
            </a:stretch>
          </p:blipFill>
          <p:spPr>
            <a:xfrm>
              <a:off x="0" y="3667540"/>
              <a:ext cx="6500256" cy="682058"/>
            </a:xfrm>
            <a:prstGeom prst="rect">
              <a:avLst/>
            </a:prstGeom>
          </p:spPr>
        </p:pic>
        <p:pic>
          <p:nvPicPr>
            <p:cNvPr id="18" name="图片 17"/>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bright="100000" contrast="100000"/>
                      </a14:imgEffect>
                      <a14:imgEffect>
                        <a14:colorTemperature colorTemp="1500"/>
                      </a14:imgEffect>
                      <a14:imgEffect>
                        <a14:saturation sat="0"/>
                      </a14:imgEffect>
                    </a14:imgLayer>
                  </a14:imgProps>
                </a:ext>
              </a:extLst>
            </a:blip>
            <a:srcRect l="52958" t="11456" r="39636" b="-17978"/>
            <a:stretch>
              <a:fillRect/>
            </a:stretch>
          </p:blipFill>
          <p:spPr>
            <a:xfrm>
              <a:off x="11141766" y="3809999"/>
              <a:ext cx="1050235" cy="539597"/>
            </a:xfrm>
            <a:prstGeom prst="rect">
              <a:avLst/>
            </a:prstGeom>
          </p:spPr>
        </p:pic>
      </p:grpSp>
      <p:sp>
        <p:nvSpPr>
          <p:cNvPr id="11" name="文本框 10"/>
          <p:cNvSpPr txBox="1"/>
          <p:nvPr userDrawn="1"/>
        </p:nvSpPr>
        <p:spPr>
          <a:xfrm>
            <a:off x="7089775" y="3089701"/>
            <a:ext cx="3645931" cy="830997"/>
          </a:xfrm>
          <a:prstGeom prst="rect">
            <a:avLst/>
          </a:prstGeom>
          <a:noFill/>
        </p:spPr>
        <p:txBody>
          <a:bodyPr wrap="square" rtlCol="0">
            <a:spAutoFit/>
          </a:bodyPr>
          <a:lstStyle/>
          <a:p>
            <a:pPr algn="ctr">
              <a:spcBef>
                <a:spcPts val="600"/>
              </a:spcBef>
            </a:pPr>
            <a:r>
              <a:rPr lang="en-US" altLang="zh-CN" sz="4800" b="1" dirty="0">
                <a:solidFill>
                  <a:schemeClr val="bg1"/>
                </a:solidFill>
                <a:effectLst>
                  <a:outerShdw blurRad="38100" dist="38100" dir="2700000" algn="tl">
                    <a:srgbClr val="000000">
                      <a:alpha val="43137"/>
                    </a:srgbClr>
                  </a:outerShdw>
                </a:effectLst>
                <a:latin typeface="+mn-lt"/>
                <a:ea typeface="+mj-ea"/>
              </a:rPr>
              <a:t>PART ONE</a:t>
            </a:r>
            <a:endParaRPr lang="zh-CN" altLang="en-US" sz="4800" b="1" dirty="0">
              <a:solidFill>
                <a:schemeClr val="bg1"/>
              </a:solidFill>
              <a:effectLst>
                <a:outerShdw blurRad="38100" dist="38100" dir="2700000" algn="tl">
                  <a:srgbClr val="000000">
                    <a:alpha val="43137"/>
                  </a:srgbClr>
                </a:outerShdw>
              </a:effectLst>
              <a:latin typeface="+mn-lt"/>
              <a:ea typeface="+mj-ea"/>
            </a:endParaRPr>
          </a:p>
        </p:txBody>
      </p:sp>
      <p:pic>
        <p:nvPicPr>
          <p:cNvPr id="14" name="图片 1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981346" y="1068380"/>
            <a:ext cx="1867505" cy="152349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过渡页-2 L">
    <p:bg>
      <p:bgPr>
        <a:solidFill>
          <a:schemeClr val="bg1"/>
        </a:solidFill>
        <a:effectLst/>
      </p:bgPr>
    </p:bg>
    <p:spTree>
      <p:nvGrpSpPr>
        <p:cNvPr id="1" name=""/>
        <p:cNvGrpSpPr/>
        <p:nvPr/>
      </p:nvGrpSpPr>
      <p:grpSpPr>
        <a:xfrm>
          <a:off x="0" y="0"/>
          <a:ext cx="0" cy="0"/>
          <a:chOff x="0" y="0"/>
          <a:chExt cx="0" cy="0"/>
        </a:xfrm>
      </p:grpSpPr>
      <p:sp>
        <p:nvSpPr>
          <p:cNvPr id="15" name="矩形 14"/>
          <p:cNvSpPr/>
          <p:nvPr userDrawn="1"/>
        </p:nvSpPr>
        <p:spPr>
          <a:xfrm>
            <a:off x="0" y="1348988"/>
            <a:ext cx="12192000" cy="3102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contrast="100000"/>
                    </a14:imgEffect>
                    <a14:imgEffect>
                      <a14:colorTemperature colorTemp="1500"/>
                    </a14:imgEffect>
                    <a14:imgEffect>
                      <a14:saturation sat="0"/>
                    </a14:imgEffect>
                  </a14:imgLayer>
                </a14:imgProps>
              </a:ext>
            </a:extLst>
          </a:blip>
          <a:srcRect l="12760" t="-18106" r="1202" b="-17978"/>
          <a:stretch>
            <a:fillRect/>
          </a:stretch>
        </p:blipFill>
        <p:spPr>
          <a:xfrm>
            <a:off x="0" y="3660252"/>
            <a:ext cx="12200467" cy="689345"/>
          </a:xfrm>
          <a:prstGeom prst="rect">
            <a:avLst/>
          </a:prstGeom>
        </p:spPr>
      </p:pic>
      <p:grpSp>
        <p:nvGrpSpPr>
          <p:cNvPr id="9" name="组合 8"/>
          <p:cNvGrpSpPr/>
          <p:nvPr userDrawn="1"/>
        </p:nvGrpSpPr>
        <p:grpSpPr>
          <a:xfrm>
            <a:off x="813833" y="0"/>
            <a:ext cx="4824966" cy="6858000"/>
            <a:chOff x="975758" y="0"/>
            <a:chExt cx="4824966" cy="6858000"/>
          </a:xfrm>
        </p:grpSpPr>
        <p:pic>
          <p:nvPicPr>
            <p:cNvPr id="10" name="图片 9"/>
            <p:cNvPicPr>
              <a:picLocks noChangeAspect="1"/>
            </p:cNvPicPr>
            <p:nvPr userDrawn="1"/>
          </p:nvPicPr>
          <p:blipFill>
            <a:blip r:embed="rId4" cstate="print">
              <a:duotone>
                <a:schemeClr val="accent3">
                  <a:shade val="45000"/>
                  <a:satMod val="135000"/>
                </a:schemeClr>
                <a:prstClr val="white"/>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975758" y="0"/>
              <a:ext cx="4824966" cy="6858000"/>
            </a:xfrm>
            <a:prstGeom prst="rect">
              <a:avLst/>
            </a:prstGeom>
            <a:effectLst>
              <a:outerShdw blurRad="114300" dist="139700" algn="l" rotWithShape="0">
                <a:prstClr val="black">
                  <a:alpha val="20000"/>
                </a:prstClr>
              </a:outerShdw>
            </a:effectLst>
          </p:spPr>
        </p:pic>
        <p:sp>
          <p:nvSpPr>
            <p:cNvPr id="12" name="文本框 11"/>
            <p:cNvSpPr txBox="1"/>
            <p:nvPr userDrawn="1"/>
          </p:nvSpPr>
          <p:spPr>
            <a:xfrm>
              <a:off x="1565274" y="3089701"/>
              <a:ext cx="3645931" cy="830997"/>
            </a:xfrm>
            <a:prstGeom prst="rect">
              <a:avLst/>
            </a:prstGeom>
            <a:noFill/>
          </p:spPr>
          <p:txBody>
            <a:bodyPr wrap="square" rtlCol="0">
              <a:spAutoFit/>
            </a:bodyPr>
            <a:lstStyle/>
            <a:p>
              <a:pPr algn="ctr">
                <a:spcBef>
                  <a:spcPts val="600"/>
                </a:spcBef>
              </a:pPr>
              <a:r>
                <a:rPr lang="en-US" altLang="zh-CN" sz="4800" b="1" dirty="0">
                  <a:solidFill>
                    <a:schemeClr val="bg1"/>
                  </a:solidFill>
                  <a:effectLst>
                    <a:outerShdw blurRad="38100" dist="38100" dir="2700000" algn="tl">
                      <a:srgbClr val="000000">
                        <a:alpha val="43137"/>
                      </a:srgbClr>
                    </a:outerShdw>
                  </a:effectLst>
                  <a:latin typeface="+mn-lt"/>
                  <a:ea typeface="+mj-ea"/>
                </a:rPr>
                <a:t>PART TWO</a:t>
              </a:r>
              <a:endParaRPr lang="zh-CN" altLang="en-US" sz="4800" b="1" dirty="0">
                <a:solidFill>
                  <a:schemeClr val="bg1"/>
                </a:solidFill>
                <a:effectLst>
                  <a:outerShdw blurRad="38100" dist="38100" dir="2700000" algn="tl">
                    <a:srgbClr val="000000">
                      <a:alpha val="43137"/>
                    </a:srgbClr>
                  </a:outerShdw>
                </a:effectLst>
                <a:latin typeface="+mn-lt"/>
                <a:ea typeface="+mj-ea"/>
              </a:endParaRPr>
            </a:p>
          </p:txBody>
        </p:sp>
        <p:pic>
          <p:nvPicPr>
            <p:cNvPr id="13" name="图片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456845" y="1068380"/>
              <a:ext cx="1867505" cy="1523492"/>
            </a:xfrm>
            <a:prstGeom prst="rect">
              <a:avLst/>
            </a:prstGeom>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过渡页-2 R">
    <p:bg>
      <p:bgPr>
        <a:solidFill>
          <a:schemeClr val="bg1"/>
        </a:solidFill>
        <a:effectLst/>
      </p:bgPr>
    </p:bg>
    <p:spTree>
      <p:nvGrpSpPr>
        <p:cNvPr id="1" name=""/>
        <p:cNvGrpSpPr/>
        <p:nvPr/>
      </p:nvGrpSpPr>
      <p:grpSpPr>
        <a:xfrm>
          <a:off x="0" y="0"/>
          <a:ext cx="0" cy="0"/>
          <a:chOff x="0" y="0"/>
          <a:chExt cx="0" cy="0"/>
        </a:xfrm>
      </p:grpSpPr>
      <p:sp>
        <p:nvSpPr>
          <p:cNvPr id="15" name="矩形 14"/>
          <p:cNvSpPr/>
          <p:nvPr userDrawn="1"/>
        </p:nvSpPr>
        <p:spPr>
          <a:xfrm>
            <a:off x="0" y="1348988"/>
            <a:ext cx="12192000" cy="3102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userDrawn="1"/>
        </p:nvGrpSpPr>
        <p:grpSpPr>
          <a:xfrm>
            <a:off x="0" y="3667540"/>
            <a:ext cx="12192001" cy="682058"/>
            <a:chOff x="0" y="3667540"/>
            <a:chExt cx="12192001" cy="682058"/>
          </a:xfrm>
        </p:grpSpPr>
        <p:pic>
          <p:nvPicPr>
            <p:cNvPr id="13" name="图片 12"/>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contrast="100000"/>
                      </a14:imgEffect>
                      <a14:imgEffect>
                        <a14:colorTemperature colorTemp="1500"/>
                      </a14:imgEffect>
                      <a14:imgEffect>
                        <a14:saturation sat="0"/>
                      </a14:imgEffect>
                    </a14:imgLayer>
                  </a14:imgProps>
                </a:ext>
              </a:extLst>
            </a:blip>
            <a:srcRect l="52958" t="-16667" r="1202" b="-17979"/>
            <a:stretch>
              <a:fillRect/>
            </a:stretch>
          </p:blipFill>
          <p:spPr>
            <a:xfrm>
              <a:off x="0" y="3667540"/>
              <a:ext cx="6500256" cy="682058"/>
            </a:xfrm>
            <a:prstGeom prst="rect">
              <a:avLst/>
            </a:prstGeom>
          </p:spPr>
        </p:pic>
        <p:pic>
          <p:nvPicPr>
            <p:cNvPr id="18" name="图片 17"/>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contrast="100000"/>
                      </a14:imgEffect>
                      <a14:imgEffect>
                        <a14:colorTemperature colorTemp="1500"/>
                      </a14:imgEffect>
                      <a14:imgEffect>
                        <a14:saturation sat="0"/>
                      </a14:imgEffect>
                    </a14:imgLayer>
                  </a14:imgProps>
                </a:ext>
              </a:extLst>
            </a:blip>
            <a:srcRect l="52958" t="11456" r="39636" b="-17978"/>
            <a:stretch>
              <a:fillRect/>
            </a:stretch>
          </p:blipFill>
          <p:spPr>
            <a:xfrm>
              <a:off x="11141766" y="3809999"/>
              <a:ext cx="1050235" cy="539597"/>
            </a:xfrm>
            <a:prstGeom prst="rect">
              <a:avLst/>
            </a:prstGeom>
          </p:spPr>
        </p:pic>
      </p:grpSp>
      <p:grpSp>
        <p:nvGrpSpPr>
          <p:cNvPr id="16" name="组合 15"/>
          <p:cNvGrpSpPr/>
          <p:nvPr userDrawn="1"/>
        </p:nvGrpSpPr>
        <p:grpSpPr>
          <a:xfrm>
            <a:off x="6500259" y="0"/>
            <a:ext cx="4824966" cy="6858000"/>
            <a:chOff x="975758" y="0"/>
            <a:chExt cx="4824966" cy="6858000"/>
          </a:xfrm>
        </p:grpSpPr>
        <p:pic>
          <p:nvPicPr>
            <p:cNvPr id="8" name="图片 7"/>
            <p:cNvPicPr>
              <a:picLocks noChangeAspect="1"/>
            </p:cNvPicPr>
            <p:nvPr userDrawn="1"/>
          </p:nvPicPr>
          <p:blipFill>
            <a:blip r:embed="rId4" cstate="print">
              <a:duotone>
                <a:schemeClr val="accent3">
                  <a:shade val="45000"/>
                  <a:satMod val="135000"/>
                </a:schemeClr>
                <a:prstClr val="white"/>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975758" y="0"/>
              <a:ext cx="4824966" cy="6858000"/>
            </a:xfrm>
            <a:prstGeom prst="rect">
              <a:avLst/>
            </a:prstGeom>
            <a:effectLst>
              <a:outerShdw blurRad="114300" dist="139700" algn="l" rotWithShape="0">
                <a:prstClr val="black">
                  <a:alpha val="20000"/>
                </a:prstClr>
              </a:outerShdw>
            </a:effectLst>
          </p:spPr>
        </p:pic>
        <p:sp>
          <p:nvSpPr>
            <p:cNvPr id="11" name="文本框 10"/>
            <p:cNvSpPr txBox="1"/>
            <p:nvPr userDrawn="1"/>
          </p:nvSpPr>
          <p:spPr>
            <a:xfrm>
              <a:off x="1565274" y="3089701"/>
              <a:ext cx="3645931" cy="830997"/>
            </a:xfrm>
            <a:prstGeom prst="rect">
              <a:avLst/>
            </a:prstGeom>
            <a:noFill/>
          </p:spPr>
          <p:txBody>
            <a:bodyPr wrap="square" rtlCol="0">
              <a:spAutoFit/>
            </a:bodyPr>
            <a:lstStyle/>
            <a:p>
              <a:pPr algn="ctr">
                <a:spcBef>
                  <a:spcPts val="600"/>
                </a:spcBef>
              </a:pPr>
              <a:r>
                <a:rPr lang="en-US" altLang="zh-CN" sz="4800" b="1" dirty="0">
                  <a:solidFill>
                    <a:schemeClr val="bg1"/>
                  </a:solidFill>
                  <a:effectLst>
                    <a:outerShdw blurRad="38100" dist="38100" dir="2700000" algn="tl">
                      <a:srgbClr val="000000">
                        <a:alpha val="43137"/>
                      </a:srgbClr>
                    </a:outerShdw>
                  </a:effectLst>
                  <a:latin typeface="+mn-lt"/>
                  <a:ea typeface="+mj-ea"/>
                </a:rPr>
                <a:t>PART TWO</a:t>
              </a:r>
              <a:endParaRPr lang="zh-CN" altLang="en-US" sz="4800" b="1" dirty="0">
                <a:solidFill>
                  <a:schemeClr val="bg1"/>
                </a:solidFill>
                <a:effectLst>
                  <a:outerShdw blurRad="38100" dist="38100" dir="2700000" algn="tl">
                    <a:srgbClr val="000000">
                      <a:alpha val="43137"/>
                    </a:srgbClr>
                  </a:outerShdw>
                </a:effectLst>
                <a:latin typeface="+mn-lt"/>
                <a:ea typeface="+mj-ea"/>
              </a:endParaRPr>
            </a:p>
          </p:txBody>
        </p:sp>
        <p:pic>
          <p:nvPicPr>
            <p:cNvPr id="14" name="图片 1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456845" y="1068380"/>
              <a:ext cx="1867505" cy="1523492"/>
            </a:xfrm>
            <a:prstGeom prst="rect">
              <a:avLst/>
            </a:prstGeom>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过渡页-3">
    <p:bg>
      <p:bgPr>
        <a:solidFill>
          <a:schemeClr val="bg1"/>
        </a:solidFill>
        <a:effectLst/>
      </p:bgPr>
    </p:bg>
    <p:spTree>
      <p:nvGrpSpPr>
        <p:cNvPr id="1" name=""/>
        <p:cNvGrpSpPr/>
        <p:nvPr/>
      </p:nvGrpSpPr>
      <p:grpSpPr>
        <a:xfrm>
          <a:off x="0" y="0"/>
          <a:ext cx="0" cy="0"/>
          <a:chOff x="0" y="0"/>
          <a:chExt cx="0" cy="0"/>
        </a:xfrm>
      </p:grpSpPr>
      <p:sp>
        <p:nvSpPr>
          <p:cNvPr id="15" name="矩形 14"/>
          <p:cNvSpPr/>
          <p:nvPr userDrawn="1"/>
        </p:nvSpPr>
        <p:spPr>
          <a:xfrm>
            <a:off x="0" y="1348988"/>
            <a:ext cx="12192000" cy="3102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contrast="100000"/>
                    </a14:imgEffect>
                    <a14:imgEffect>
                      <a14:colorTemperature colorTemp="1500"/>
                    </a14:imgEffect>
                    <a14:imgEffect>
                      <a14:saturation sat="0"/>
                    </a14:imgEffect>
                  </a14:imgLayer>
                </a14:imgProps>
              </a:ext>
            </a:extLst>
          </a:blip>
          <a:srcRect l="12760" t="-18106" r="1202" b="-17978"/>
          <a:stretch>
            <a:fillRect/>
          </a:stretch>
        </p:blipFill>
        <p:spPr>
          <a:xfrm>
            <a:off x="0" y="3660252"/>
            <a:ext cx="12200467" cy="689345"/>
          </a:xfrm>
          <a:prstGeom prst="rect">
            <a:avLst/>
          </a:prstGeom>
        </p:spPr>
      </p:pic>
      <p:grpSp>
        <p:nvGrpSpPr>
          <p:cNvPr id="3" name="组合 2"/>
          <p:cNvGrpSpPr/>
          <p:nvPr userDrawn="1"/>
        </p:nvGrpSpPr>
        <p:grpSpPr>
          <a:xfrm>
            <a:off x="813831" y="0"/>
            <a:ext cx="4824967" cy="6858000"/>
            <a:chOff x="813831" y="0"/>
            <a:chExt cx="4824967" cy="6858000"/>
          </a:xfrm>
        </p:grpSpPr>
        <p:grpSp>
          <p:nvGrpSpPr>
            <p:cNvPr id="16" name="组合 15"/>
            <p:cNvGrpSpPr/>
            <p:nvPr userDrawn="1"/>
          </p:nvGrpSpPr>
          <p:grpSpPr>
            <a:xfrm>
              <a:off x="813831" y="0"/>
              <a:ext cx="4824967" cy="6858000"/>
              <a:chOff x="975756" y="0"/>
              <a:chExt cx="4824967" cy="6858000"/>
            </a:xfrm>
          </p:grpSpPr>
          <p:pic>
            <p:nvPicPr>
              <p:cNvPr id="8" name="图片 7"/>
              <p:cNvPicPr>
                <a:picLocks noChangeAspect="1"/>
              </p:cNvPicPr>
              <p:nvPr userDrawn="1"/>
            </p:nvPicPr>
            <p:blipFill>
              <a:blip r:embed="rId4" cstate="print">
                <a:duotone>
                  <a:schemeClr val="accent3">
                    <a:shade val="45000"/>
                    <a:satMod val="135000"/>
                  </a:schemeClr>
                  <a:prstClr val="white"/>
                </a:duotone>
                <a:extLst>
                  <a:ext uri="{BEBA8EAE-BF5A-486C-A8C5-ECC9F3942E4B}">
                    <a14:imgProps xmlns:a14="http://schemas.microsoft.com/office/drawing/2010/main">
                      <a14:imgLayer r:embed="rId5">
                        <a14:imgEffect>
                          <a14:brightnessContrast contrast="40000"/>
                        </a14:imgEffect>
                        <a14:imgEffect>
                          <a14:colorTemperature colorTemp="7200"/>
                        </a14:imgEffect>
                        <a14:imgEffect>
                          <a14:sharpenSoften amount="25000"/>
                        </a14:imgEffect>
                      </a14:imgLayer>
                    </a14:imgProps>
                  </a:ext>
                  <a:ext uri="{28A0092B-C50C-407E-A947-70E740481C1C}">
                    <a14:useLocalDpi xmlns:a14="http://schemas.microsoft.com/office/drawing/2010/main" val="0"/>
                  </a:ext>
                </a:extLst>
              </a:blip>
              <a:stretch>
                <a:fillRect/>
              </a:stretch>
            </p:blipFill>
            <p:spPr>
              <a:xfrm>
                <a:off x="975756" y="0"/>
                <a:ext cx="4824967" cy="6858000"/>
              </a:xfrm>
              <a:prstGeom prst="rect">
                <a:avLst/>
              </a:prstGeom>
              <a:effectLst>
                <a:outerShdw blurRad="114300" dist="139700" algn="l" rotWithShape="0">
                  <a:prstClr val="black">
                    <a:alpha val="20000"/>
                  </a:prstClr>
                </a:outerShdw>
              </a:effectLst>
            </p:spPr>
          </p:pic>
          <p:sp>
            <p:nvSpPr>
              <p:cNvPr id="11" name="文本框 10"/>
              <p:cNvSpPr txBox="1"/>
              <p:nvPr userDrawn="1"/>
            </p:nvSpPr>
            <p:spPr>
              <a:xfrm>
                <a:off x="1266825" y="3089701"/>
                <a:ext cx="4257675" cy="830997"/>
              </a:xfrm>
              <a:prstGeom prst="rect">
                <a:avLst/>
              </a:prstGeom>
              <a:noFill/>
            </p:spPr>
            <p:txBody>
              <a:bodyPr wrap="square" rtlCol="0">
                <a:spAutoFit/>
              </a:bodyPr>
              <a:lstStyle/>
              <a:p>
                <a:pPr algn="ctr">
                  <a:spcBef>
                    <a:spcPts val="600"/>
                  </a:spcBef>
                </a:pPr>
                <a:r>
                  <a:rPr lang="en-US" altLang="zh-CN" sz="4800" b="1" dirty="0">
                    <a:solidFill>
                      <a:schemeClr val="bg1"/>
                    </a:solidFill>
                    <a:effectLst>
                      <a:outerShdw blurRad="38100" dist="38100" dir="2700000" algn="tl">
                        <a:srgbClr val="000000">
                          <a:alpha val="43137"/>
                        </a:srgbClr>
                      </a:outerShdw>
                    </a:effectLst>
                    <a:latin typeface="+mn-lt"/>
                    <a:ea typeface="+mj-ea"/>
                  </a:rPr>
                  <a:t>PART THREE</a:t>
                </a:r>
                <a:endParaRPr lang="zh-CN" altLang="en-US" sz="4800" b="1" dirty="0">
                  <a:solidFill>
                    <a:schemeClr val="bg1"/>
                  </a:solidFill>
                  <a:effectLst>
                    <a:outerShdw blurRad="38100" dist="38100" dir="2700000" algn="tl">
                      <a:srgbClr val="000000">
                        <a:alpha val="43137"/>
                      </a:srgbClr>
                    </a:outerShdw>
                  </a:effectLst>
                  <a:latin typeface="+mn-lt"/>
                  <a:ea typeface="+mj-ea"/>
                </a:endParaRPr>
              </a:p>
            </p:txBody>
          </p:sp>
          <p:pic>
            <p:nvPicPr>
              <p:cNvPr id="14" name="图片 1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456845" y="1068380"/>
                <a:ext cx="1867505" cy="1523492"/>
              </a:xfrm>
              <a:prstGeom prst="rect">
                <a:avLst/>
              </a:prstGeom>
            </p:spPr>
          </p:pic>
        </p:grpSp>
        <p:sp>
          <p:nvSpPr>
            <p:cNvPr id="2" name="矩形 1"/>
            <p:cNvSpPr/>
            <p:nvPr userDrawn="1"/>
          </p:nvSpPr>
          <p:spPr>
            <a:xfrm>
              <a:off x="2738438" y="4081463"/>
              <a:ext cx="1204912" cy="369848"/>
            </a:xfrm>
            <a:prstGeom prst="rect">
              <a:avLst/>
            </a:prstGeom>
            <a:solidFill>
              <a:srgbClr val="B5A3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过渡页-2 R">
    <p:bg>
      <p:bgPr>
        <a:solidFill>
          <a:schemeClr val="bg1"/>
        </a:solidFill>
        <a:effectLst/>
      </p:bgPr>
    </p:bg>
    <p:spTree>
      <p:nvGrpSpPr>
        <p:cNvPr id="1" name=""/>
        <p:cNvGrpSpPr/>
        <p:nvPr/>
      </p:nvGrpSpPr>
      <p:grpSpPr>
        <a:xfrm>
          <a:off x="0" y="0"/>
          <a:ext cx="0" cy="0"/>
          <a:chOff x="0" y="0"/>
          <a:chExt cx="0" cy="0"/>
        </a:xfrm>
      </p:grpSpPr>
      <p:sp>
        <p:nvSpPr>
          <p:cNvPr id="15" name="矩形 14"/>
          <p:cNvSpPr/>
          <p:nvPr userDrawn="1"/>
        </p:nvSpPr>
        <p:spPr>
          <a:xfrm>
            <a:off x="0" y="1348988"/>
            <a:ext cx="12192000" cy="3102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userDrawn="1"/>
        </p:nvGrpSpPr>
        <p:grpSpPr>
          <a:xfrm>
            <a:off x="0" y="3667540"/>
            <a:ext cx="12192001" cy="682058"/>
            <a:chOff x="0" y="3667540"/>
            <a:chExt cx="12192001" cy="682058"/>
          </a:xfrm>
        </p:grpSpPr>
        <p:pic>
          <p:nvPicPr>
            <p:cNvPr id="13" name="图片 12"/>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contrast="100000"/>
                      </a14:imgEffect>
                      <a14:imgEffect>
                        <a14:colorTemperature colorTemp="1500"/>
                      </a14:imgEffect>
                      <a14:imgEffect>
                        <a14:saturation sat="0"/>
                      </a14:imgEffect>
                    </a14:imgLayer>
                  </a14:imgProps>
                </a:ext>
              </a:extLst>
            </a:blip>
            <a:srcRect l="52958" t="-16667" r="1202" b="-17979"/>
            <a:stretch>
              <a:fillRect/>
            </a:stretch>
          </p:blipFill>
          <p:spPr>
            <a:xfrm>
              <a:off x="0" y="3667540"/>
              <a:ext cx="6500256" cy="682058"/>
            </a:xfrm>
            <a:prstGeom prst="rect">
              <a:avLst/>
            </a:prstGeom>
          </p:spPr>
        </p:pic>
        <p:pic>
          <p:nvPicPr>
            <p:cNvPr id="18" name="图片 17"/>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contrast="100000"/>
                      </a14:imgEffect>
                      <a14:imgEffect>
                        <a14:colorTemperature colorTemp="1500"/>
                      </a14:imgEffect>
                      <a14:imgEffect>
                        <a14:saturation sat="0"/>
                      </a14:imgEffect>
                    </a14:imgLayer>
                  </a14:imgProps>
                </a:ext>
              </a:extLst>
            </a:blip>
            <a:srcRect l="52958" t="11456" r="39636" b="-17978"/>
            <a:stretch>
              <a:fillRect/>
            </a:stretch>
          </p:blipFill>
          <p:spPr>
            <a:xfrm>
              <a:off x="11141766" y="3809999"/>
              <a:ext cx="1050235" cy="539597"/>
            </a:xfrm>
            <a:prstGeom prst="rect">
              <a:avLst/>
            </a:prstGeom>
          </p:spPr>
        </p:pic>
      </p:grpSp>
      <p:grpSp>
        <p:nvGrpSpPr>
          <p:cNvPr id="3" name="组合 2"/>
          <p:cNvGrpSpPr/>
          <p:nvPr userDrawn="1"/>
        </p:nvGrpSpPr>
        <p:grpSpPr>
          <a:xfrm>
            <a:off x="6500256" y="0"/>
            <a:ext cx="4824967" cy="6858000"/>
            <a:chOff x="813831" y="0"/>
            <a:chExt cx="4824967" cy="6858000"/>
          </a:xfrm>
        </p:grpSpPr>
        <p:pic>
          <p:nvPicPr>
            <p:cNvPr id="10" name="图片 9"/>
            <p:cNvPicPr>
              <a:picLocks noChangeAspect="1"/>
            </p:cNvPicPr>
            <p:nvPr userDrawn="1"/>
          </p:nvPicPr>
          <p:blipFill>
            <a:blip r:embed="rId4" cstate="print">
              <a:duotone>
                <a:schemeClr val="accent3">
                  <a:shade val="45000"/>
                  <a:satMod val="135000"/>
                </a:schemeClr>
                <a:prstClr val="white"/>
              </a:duotone>
              <a:extLst>
                <a:ext uri="{BEBA8EAE-BF5A-486C-A8C5-ECC9F3942E4B}">
                  <a14:imgProps xmlns:a14="http://schemas.microsoft.com/office/drawing/2010/main">
                    <a14:imgLayer r:embed="rId5">
                      <a14:imgEffect>
                        <a14:brightnessContrast contrast="40000"/>
                      </a14:imgEffect>
                      <a14:imgEffect>
                        <a14:colorTemperature colorTemp="7200"/>
                      </a14:imgEffect>
                      <a14:imgEffect>
                        <a14:sharpenSoften amount="25000"/>
                      </a14:imgEffect>
                    </a14:imgLayer>
                  </a14:imgProps>
                </a:ext>
                <a:ext uri="{28A0092B-C50C-407E-A947-70E740481C1C}">
                  <a14:useLocalDpi xmlns:a14="http://schemas.microsoft.com/office/drawing/2010/main" val="0"/>
                </a:ext>
              </a:extLst>
            </a:blip>
            <a:stretch>
              <a:fillRect/>
            </a:stretch>
          </p:blipFill>
          <p:spPr>
            <a:xfrm>
              <a:off x="813831" y="0"/>
              <a:ext cx="4824967" cy="6858000"/>
            </a:xfrm>
            <a:prstGeom prst="rect">
              <a:avLst/>
            </a:prstGeom>
            <a:effectLst>
              <a:outerShdw blurRad="114300" dist="139700" algn="l" rotWithShape="0">
                <a:prstClr val="black">
                  <a:alpha val="20000"/>
                </a:prstClr>
              </a:outerShdw>
            </a:effectLst>
          </p:spPr>
        </p:pic>
        <p:sp>
          <p:nvSpPr>
            <p:cNvPr id="12" name="矩形 11"/>
            <p:cNvSpPr/>
            <p:nvPr userDrawn="1"/>
          </p:nvSpPr>
          <p:spPr>
            <a:xfrm>
              <a:off x="2738438" y="4081463"/>
              <a:ext cx="1204912" cy="369848"/>
            </a:xfrm>
            <a:prstGeom prst="rect">
              <a:avLst/>
            </a:prstGeom>
            <a:solidFill>
              <a:srgbClr val="B5A3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userDrawn="1"/>
        </p:nvGrpSpPr>
        <p:grpSpPr>
          <a:xfrm>
            <a:off x="6500257" y="1068380"/>
            <a:ext cx="4824968" cy="2852318"/>
            <a:chOff x="975756" y="1068380"/>
            <a:chExt cx="4824968" cy="2852318"/>
          </a:xfrm>
        </p:grpSpPr>
        <p:sp>
          <p:nvSpPr>
            <p:cNvPr id="11" name="文本框 10"/>
            <p:cNvSpPr txBox="1"/>
            <p:nvPr userDrawn="1"/>
          </p:nvSpPr>
          <p:spPr>
            <a:xfrm>
              <a:off x="975756" y="3089701"/>
              <a:ext cx="4824968" cy="830997"/>
            </a:xfrm>
            <a:prstGeom prst="rect">
              <a:avLst/>
            </a:prstGeom>
            <a:noFill/>
          </p:spPr>
          <p:txBody>
            <a:bodyPr wrap="square" rtlCol="0">
              <a:spAutoFit/>
            </a:bodyPr>
            <a:lstStyle/>
            <a:p>
              <a:pPr algn="ctr">
                <a:spcBef>
                  <a:spcPts val="600"/>
                </a:spcBef>
              </a:pPr>
              <a:r>
                <a:rPr lang="en-US" altLang="zh-CN" sz="4800" b="1" dirty="0">
                  <a:solidFill>
                    <a:schemeClr val="bg1"/>
                  </a:solidFill>
                  <a:effectLst>
                    <a:outerShdw blurRad="38100" dist="38100" dir="2700000" algn="tl">
                      <a:srgbClr val="000000">
                        <a:alpha val="43137"/>
                      </a:srgbClr>
                    </a:outerShdw>
                  </a:effectLst>
                  <a:latin typeface="+mn-lt"/>
                  <a:ea typeface="+mj-ea"/>
                </a:rPr>
                <a:t>PART THREE</a:t>
              </a:r>
              <a:endParaRPr lang="zh-CN" altLang="en-US" sz="4800" b="1" dirty="0">
                <a:solidFill>
                  <a:schemeClr val="bg1"/>
                </a:solidFill>
                <a:effectLst>
                  <a:outerShdw blurRad="38100" dist="38100" dir="2700000" algn="tl">
                    <a:srgbClr val="000000">
                      <a:alpha val="43137"/>
                    </a:srgbClr>
                  </a:outerShdw>
                </a:effectLst>
                <a:latin typeface="+mn-lt"/>
                <a:ea typeface="+mj-ea"/>
              </a:endParaRPr>
            </a:p>
          </p:txBody>
        </p:sp>
        <p:pic>
          <p:nvPicPr>
            <p:cNvPr id="14" name="图片 1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456845" y="1068380"/>
              <a:ext cx="1867505" cy="1523492"/>
            </a:xfrm>
            <a:prstGeom prst="rect">
              <a:avLst/>
            </a:prstGeom>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过渡页-4 L">
    <p:bg>
      <p:bgPr>
        <a:solidFill>
          <a:schemeClr val="bg1"/>
        </a:solidFill>
        <a:effectLst/>
      </p:bgPr>
    </p:bg>
    <p:spTree>
      <p:nvGrpSpPr>
        <p:cNvPr id="1" name=""/>
        <p:cNvGrpSpPr/>
        <p:nvPr/>
      </p:nvGrpSpPr>
      <p:grpSpPr>
        <a:xfrm>
          <a:off x="0" y="0"/>
          <a:ext cx="0" cy="0"/>
          <a:chOff x="0" y="0"/>
          <a:chExt cx="0" cy="0"/>
        </a:xfrm>
      </p:grpSpPr>
      <p:sp>
        <p:nvSpPr>
          <p:cNvPr id="15" name="矩形 14"/>
          <p:cNvSpPr/>
          <p:nvPr userDrawn="1"/>
        </p:nvSpPr>
        <p:spPr>
          <a:xfrm>
            <a:off x="0" y="1348988"/>
            <a:ext cx="12192000" cy="3102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contrast="100000"/>
                    </a14:imgEffect>
                    <a14:imgEffect>
                      <a14:colorTemperature colorTemp="1500"/>
                    </a14:imgEffect>
                    <a14:imgEffect>
                      <a14:saturation sat="0"/>
                    </a14:imgEffect>
                  </a14:imgLayer>
                </a14:imgProps>
              </a:ext>
            </a:extLst>
          </a:blip>
          <a:srcRect l="12760" t="-18106" r="1202" b="-17978"/>
          <a:stretch>
            <a:fillRect/>
          </a:stretch>
        </p:blipFill>
        <p:spPr>
          <a:xfrm>
            <a:off x="0" y="3660252"/>
            <a:ext cx="12200467" cy="689345"/>
          </a:xfrm>
          <a:prstGeom prst="rect">
            <a:avLst/>
          </a:prstGeom>
        </p:spPr>
      </p:pic>
      <p:grpSp>
        <p:nvGrpSpPr>
          <p:cNvPr id="17" name="组合 16"/>
          <p:cNvGrpSpPr/>
          <p:nvPr userDrawn="1"/>
        </p:nvGrpSpPr>
        <p:grpSpPr>
          <a:xfrm>
            <a:off x="821252" y="0"/>
            <a:ext cx="4824969" cy="6858000"/>
            <a:chOff x="975755" y="0"/>
            <a:chExt cx="4824969" cy="6858000"/>
          </a:xfrm>
        </p:grpSpPr>
        <p:pic>
          <p:nvPicPr>
            <p:cNvPr id="18" name="图片 17"/>
            <p:cNvPicPr>
              <a:picLocks noChangeAspect="1"/>
            </p:cNvPicPr>
            <p:nvPr userDrawn="1"/>
          </p:nvPicPr>
          <p:blipFill>
            <a:blip r:embed="rId4" cstate="print">
              <a:duotone>
                <a:schemeClr val="accent3">
                  <a:shade val="45000"/>
                  <a:satMod val="135000"/>
                </a:schemeClr>
                <a:prstClr val="white"/>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975755" y="0"/>
              <a:ext cx="4824969" cy="6858000"/>
            </a:xfrm>
            <a:prstGeom prst="rect">
              <a:avLst/>
            </a:prstGeom>
            <a:effectLst>
              <a:outerShdw blurRad="114300" dist="139700" algn="l" rotWithShape="0">
                <a:prstClr val="black">
                  <a:alpha val="20000"/>
                </a:prstClr>
              </a:outerShdw>
            </a:effectLst>
          </p:spPr>
        </p:pic>
        <p:sp>
          <p:nvSpPr>
            <p:cNvPr id="19" name="文本框 18"/>
            <p:cNvSpPr txBox="1"/>
            <p:nvPr userDrawn="1"/>
          </p:nvSpPr>
          <p:spPr>
            <a:xfrm>
              <a:off x="1295399" y="3089701"/>
              <a:ext cx="4219575" cy="830997"/>
            </a:xfrm>
            <a:prstGeom prst="rect">
              <a:avLst/>
            </a:prstGeom>
            <a:noFill/>
          </p:spPr>
          <p:txBody>
            <a:bodyPr wrap="square" rtlCol="0">
              <a:spAutoFit/>
            </a:bodyPr>
            <a:lstStyle/>
            <a:p>
              <a:pPr algn="ctr">
                <a:spcBef>
                  <a:spcPts val="600"/>
                </a:spcBef>
              </a:pPr>
              <a:r>
                <a:rPr lang="en-US" altLang="zh-CN" sz="4800" b="1" dirty="0">
                  <a:solidFill>
                    <a:schemeClr val="bg1"/>
                  </a:solidFill>
                  <a:effectLst>
                    <a:outerShdw blurRad="38100" dist="38100" dir="2700000" algn="tl">
                      <a:srgbClr val="000000">
                        <a:alpha val="43137"/>
                      </a:srgbClr>
                    </a:outerShdw>
                  </a:effectLst>
                  <a:latin typeface="+mn-lt"/>
                  <a:ea typeface="+mj-ea"/>
                </a:rPr>
                <a:t>PART FOUR</a:t>
              </a:r>
              <a:endParaRPr lang="zh-CN" altLang="en-US" sz="4800" b="1" dirty="0">
                <a:solidFill>
                  <a:schemeClr val="bg1"/>
                </a:solidFill>
                <a:effectLst>
                  <a:outerShdw blurRad="38100" dist="38100" dir="2700000" algn="tl">
                    <a:srgbClr val="000000">
                      <a:alpha val="43137"/>
                    </a:srgbClr>
                  </a:outerShdw>
                </a:effectLst>
                <a:latin typeface="+mn-lt"/>
                <a:ea typeface="+mj-ea"/>
              </a:endParaRPr>
            </a:p>
          </p:txBody>
        </p:sp>
        <p:pic>
          <p:nvPicPr>
            <p:cNvPr id="20" name="图片 19"/>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456845" y="1068380"/>
              <a:ext cx="1867505" cy="1523492"/>
            </a:xfrm>
            <a:prstGeom prst="rect">
              <a:avLst/>
            </a:prstGeom>
          </p:spPr>
        </p:pic>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过渡页-4 R">
    <p:bg>
      <p:bgPr>
        <a:solidFill>
          <a:schemeClr val="bg1"/>
        </a:solidFill>
        <a:effectLst/>
      </p:bgPr>
    </p:bg>
    <p:spTree>
      <p:nvGrpSpPr>
        <p:cNvPr id="1" name=""/>
        <p:cNvGrpSpPr/>
        <p:nvPr/>
      </p:nvGrpSpPr>
      <p:grpSpPr>
        <a:xfrm>
          <a:off x="0" y="0"/>
          <a:ext cx="0" cy="0"/>
          <a:chOff x="0" y="0"/>
          <a:chExt cx="0" cy="0"/>
        </a:xfrm>
      </p:grpSpPr>
      <p:sp>
        <p:nvSpPr>
          <p:cNvPr id="15" name="矩形 14"/>
          <p:cNvSpPr/>
          <p:nvPr userDrawn="1"/>
        </p:nvSpPr>
        <p:spPr>
          <a:xfrm>
            <a:off x="0" y="1348988"/>
            <a:ext cx="12192000" cy="31023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userDrawn="1"/>
        </p:nvGrpSpPr>
        <p:grpSpPr>
          <a:xfrm>
            <a:off x="0" y="3719299"/>
            <a:ext cx="12192001" cy="682058"/>
            <a:chOff x="0" y="3667540"/>
            <a:chExt cx="12192001" cy="682058"/>
          </a:xfrm>
        </p:grpSpPr>
        <p:pic>
          <p:nvPicPr>
            <p:cNvPr id="13" name="图片 12"/>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contrast="100000"/>
                      </a14:imgEffect>
                      <a14:imgEffect>
                        <a14:colorTemperature colorTemp="1500"/>
                      </a14:imgEffect>
                      <a14:imgEffect>
                        <a14:saturation sat="0"/>
                      </a14:imgEffect>
                    </a14:imgLayer>
                  </a14:imgProps>
                </a:ext>
              </a:extLst>
            </a:blip>
            <a:srcRect l="52958" t="-16667" r="1202" b="-17979"/>
            <a:stretch>
              <a:fillRect/>
            </a:stretch>
          </p:blipFill>
          <p:spPr>
            <a:xfrm>
              <a:off x="0" y="3667540"/>
              <a:ext cx="6500256" cy="682058"/>
            </a:xfrm>
            <a:prstGeom prst="rect">
              <a:avLst/>
            </a:prstGeom>
          </p:spPr>
        </p:pic>
        <p:pic>
          <p:nvPicPr>
            <p:cNvPr id="18" name="图片 17"/>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contrast="100000"/>
                      </a14:imgEffect>
                      <a14:imgEffect>
                        <a14:colorTemperature colorTemp="1500"/>
                      </a14:imgEffect>
                      <a14:imgEffect>
                        <a14:saturation sat="0"/>
                      </a14:imgEffect>
                    </a14:imgLayer>
                  </a14:imgProps>
                </a:ext>
              </a:extLst>
            </a:blip>
            <a:srcRect l="52958" t="11456" r="39636" b="-17978"/>
            <a:stretch>
              <a:fillRect/>
            </a:stretch>
          </p:blipFill>
          <p:spPr>
            <a:xfrm>
              <a:off x="11141766" y="3809999"/>
              <a:ext cx="1050235" cy="539597"/>
            </a:xfrm>
            <a:prstGeom prst="rect">
              <a:avLst/>
            </a:prstGeom>
          </p:spPr>
        </p:pic>
      </p:grpSp>
      <p:grpSp>
        <p:nvGrpSpPr>
          <p:cNvPr id="16" name="组合 15"/>
          <p:cNvGrpSpPr/>
          <p:nvPr userDrawn="1"/>
        </p:nvGrpSpPr>
        <p:grpSpPr>
          <a:xfrm>
            <a:off x="6500256" y="0"/>
            <a:ext cx="4824969" cy="6858000"/>
            <a:chOff x="975755" y="0"/>
            <a:chExt cx="4824969" cy="6858000"/>
          </a:xfrm>
        </p:grpSpPr>
        <p:pic>
          <p:nvPicPr>
            <p:cNvPr id="8" name="图片 7"/>
            <p:cNvPicPr>
              <a:picLocks noChangeAspect="1"/>
            </p:cNvPicPr>
            <p:nvPr userDrawn="1"/>
          </p:nvPicPr>
          <p:blipFill>
            <a:blip r:embed="rId4" cstate="print">
              <a:duotone>
                <a:schemeClr val="accent3">
                  <a:shade val="45000"/>
                  <a:satMod val="135000"/>
                </a:schemeClr>
                <a:prstClr val="white"/>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975755" y="0"/>
              <a:ext cx="4824969" cy="6858000"/>
            </a:xfrm>
            <a:prstGeom prst="rect">
              <a:avLst/>
            </a:prstGeom>
            <a:effectLst>
              <a:outerShdw blurRad="114300" dist="139700" algn="l" rotWithShape="0">
                <a:prstClr val="black">
                  <a:alpha val="20000"/>
                </a:prstClr>
              </a:outerShdw>
            </a:effectLst>
          </p:spPr>
        </p:pic>
        <p:sp>
          <p:nvSpPr>
            <p:cNvPr id="11" name="文本框 10"/>
            <p:cNvSpPr txBox="1"/>
            <p:nvPr userDrawn="1"/>
          </p:nvSpPr>
          <p:spPr>
            <a:xfrm>
              <a:off x="1295399" y="3089701"/>
              <a:ext cx="4219575" cy="830997"/>
            </a:xfrm>
            <a:prstGeom prst="rect">
              <a:avLst/>
            </a:prstGeom>
            <a:noFill/>
          </p:spPr>
          <p:txBody>
            <a:bodyPr wrap="square" rtlCol="0">
              <a:spAutoFit/>
            </a:bodyPr>
            <a:lstStyle/>
            <a:p>
              <a:pPr algn="ctr">
                <a:spcBef>
                  <a:spcPts val="600"/>
                </a:spcBef>
              </a:pPr>
              <a:r>
                <a:rPr lang="en-US" altLang="zh-CN" sz="4800" b="1" dirty="0">
                  <a:solidFill>
                    <a:schemeClr val="bg1"/>
                  </a:solidFill>
                  <a:effectLst>
                    <a:outerShdw blurRad="38100" dist="38100" dir="2700000" algn="tl">
                      <a:srgbClr val="000000">
                        <a:alpha val="43137"/>
                      </a:srgbClr>
                    </a:outerShdw>
                  </a:effectLst>
                  <a:latin typeface="+mn-lt"/>
                  <a:ea typeface="+mj-ea"/>
                </a:rPr>
                <a:t>PART FOUR</a:t>
              </a:r>
              <a:endParaRPr lang="zh-CN" altLang="en-US" sz="4800" b="1" dirty="0">
                <a:solidFill>
                  <a:schemeClr val="bg1"/>
                </a:solidFill>
                <a:effectLst>
                  <a:outerShdw blurRad="38100" dist="38100" dir="2700000" algn="tl">
                    <a:srgbClr val="000000">
                      <a:alpha val="43137"/>
                    </a:srgbClr>
                  </a:outerShdw>
                </a:effectLst>
                <a:latin typeface="+mn-lt"/>
                <a:ea typeface="+mj-ea"/>
              </a:endParaRPr>
            </a:p>
          </p:txBody>
        </p:sp>
        <p:pic>
          <p:nvPicPr>
            <p:cNvPr id="14" name="图片 1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456845" y="1068380"/>
              <a:ext cx="1867505" cy="1523492"/>
            </a:xfrm>
            <a:prstGeom prst="rect">
              <a:avLst/>
            </a:prstGeom>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2" name="矩形 1"/>
          <p:cNvSpPr/>
          <p:nvPr userDrawn="1"/>
        </p:nvSpPr>
        <p:spPr>
          <a:xfrm>
            <a:off x="0" y="6728059"/>
            <a:ext cx="12192000" cy="129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userDrawn="1"/>
        </p:nvGrpSpPr>
        <p:grpSpPr>
          <a:xfrm>
            <a:off x="-1" y="-1"/>
            <a:ext cx="12182477" cy="856212"/>
            <a:chOff x="-1" y="-1"/>
            <a:chExt cx="12182477" cy="856212"/>
          </a:xfrm>
        </p:grpSpPr>
        <p:sp>
          <p:nvSpPr>
            <p:cNvPr id="4" name="矩形 3"/>
            <p:cNvSpPr/>
            <p:nvPr userDrawn="1"/>
          </p:nvSpPr>
          <p:spPr>
            <a:xfrm>
              <a:off x="0" y="-1"/>
              <a:ext cx="12182476" cy="856212"/>
            </a:xfrm>
            <a:prstGeom prst="rect">
              <a:avLst/>
            </a:prstGeom>
            <a:gradFill>
              <a:gsLst>
                <a:gs pos="0">
                  <a:schemeClr val="accent1">
                    <a:alpha val="77000"/>
                  </a:schemeClr>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8" name="图片 7"/>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contrast="100000"/>
                      </a14:imgEffect>
                      <a14:imgEffect>
                        <a14:colorTemperature colorTemp="1500"/>
                      </a14:imgEffect>
                      <a14:imgEffect>
                        <a14:saturation sat="0"/>
                      </a14:imgEffect>
                    </a14:imgLayer>
                  </a14:imgProps>
                </a:ext>
              </a:extLst>
            </a:blip>
            <a:srcRect l="606" t="-18105" r="1201" b="1"/>
            <a:stretch>
              <a:fillRect/>
            </a:stretch>
          </p:blipFill>
          <p:spPr>
            <a:xfrm>
              <a:off x="-1" y="248846"/>
              <a:ext cx="12182477" cy="516766"/>
            </a:xfrm>
            <a:prstGeom prst="rect">
              <a:avLst/>
            </a:prstGeom>
          </p:spPr>
        </p:pic>
        <p:sp>
          <p:nvSpPr>
            <p:cNvPr id="10" name="矩形 9"/>
            <p:cNvSpPr/>
            <p:nvPr userDrawn="1"/>
          </p:nvSpPr>
          <p:spPr>
            <a:xfrm>
              <a:off x="9524" y="-1"/>
              <a:ext cx="12172952" cy="856211"/>
            </a:xfrm>
            <a:prstGeom prst="rect">
              <a:avLst/>
            </a:prstGeom>
            <a:gradFill>
              <a:gsLst>
                <a:gs pos="0">
                  <a:schemeClr val="accent1">
                    <a:alpha val="0"/>
                  </a:schemeClr>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sp>
        <p:nvSpPr>
          <p:cNvPr id="11" name="文本占位符 11"/>
          <p:cNvSpPr>
            <a:spLocks noGrp="1"/>
          </p:cNvSpPr>
          <p:nvPr>
            <p:ph type="body" sz="quarter" idx="10" hasCustomPrompt="1"/>
          </p:nvPr>
        </p:nvSpPr>
        <p:spPr>
          <a:xfrm>
            <a:off x="9524" y="1"/>
            <a:ext cx="12172952" cy="856210"/>
          </a:xfrm>
        </p:spPr>
        <p:txBody>
          <a:bodyPr lIns="144000" tIns="144000" rIns="144000" bIns="144000" anchor="ctr" anchorCtr="0">
            <a:noAutofit/>
          </a:bodyPr>
          <a:lstStyle>
            <a:lvl1pPr marL="0" indent="0" algn="ctr">
              <a:buNone/>
              <a:defRPr sz="3600" b="1">
                <a:solidFill>
                  <a:schemeClr val="bg1"/>
                </a:solidFill>
                <a:effectLst>
                  <a:outerShdw blurRad="38100" dist="38100" dir="2700000" algn="tl">
                    <a:srgbClr val="000000">
                      <a:alpha val="43137"/>
                    </a:srgbClr>
                  </a:outerShdw>
                </a:effectLst>
                <a:latin typeface="+mj-ea"/>
                <a:ea typeface="+mj-ea"/>
              </a:defRPr>
            </a:lvl1pPr>
          </a:lstStyle>
          <a:p>
            <a:pPr lvl="0"/>
            <a:r>
              <a:rPr lang="zh-CN" altLang="en-US" dirty="0"/>
              <a:t>单击此处编辑标题</a:t>
            </a:r>
            <a:endParaRPr lang="zh-CN" altLang="en-US" dirty="0"/>
          </a:p>
        </p:txBody>
      </p:sp>
      <p:sp>
        <p:nvSpPr>
          <p:cNvPr id="13" name="内容占位符 12"/>
          <p:cNvSpPr>
            <a:spLocks noGrp="1"/>
          </p:cNvSpPr>
          <p:nvPr>
            <p:ph sz="quarter" idx="11" hasCustomPrompt="1"/>
          </p:nvPr>
        </p:nvSpPr>
        <p:spPr>
          <a:xfrm>
            <a:off x="639763" y="1420813"/>
            <a:ext cx="10964862" cy="4656137"/>
          </a:xfrm>
        </p:spPr>
        <p:txBody>
          <a:bodyPr/>
          <a:lstStyle>
            <a:lvl1pPr marL="457200" indent="-457200">
              <a:lnSpc>
                <a:spcPct val="120000"/>
              </a:lnSpc>
              <a:spcAft>
                <a:spcPts val="600"/>
              </a:spcAft>
              <a:buFont typeface="Arial" panose="020B0604020202090204" pitchFamily="34" charset="0"/>
              <a:buChar char="•"/>
              <a:defRPr>
                <a:solidFill>
                  <a:schemeClr val="tx1"/>
                </a:solidFill>
              </a:defRPr>
            </a:lvl1pPr>
            <a:lvl2pPr marL="800100" indent="-342900">
              <a:lnSpc>
                <a:spcPct val="120000"/>
              </a:lnSpc>
              <a:spcAft>
                <a:spcPts val="600"/>
              </a:spcAft>
              <a:buFont typeface="Arial" panose="020B0604020202090204" pitchFamily="34" charset="0"/>
              <a:buChar char="•"/>
              <a:defRPr>
                <a:solidFill>
                  <a:schemeClr val="tx1"/>
                </a:solidFill>
              </a:defRPr>
            </a:lvl2pPr>
            <a:lvl3pPr marL="1257300" indent="-342900">
              <a:lnSpc>
                <a:spcPct val="120000"/>
              </a:lnSpc>
              <a:spcAft>
                <a:spcPts val="600"/>
              </a:spcAft>
              <a:buFont typeface="Arial" panose="020B0604020202090204" pitchFamily="34" charset="0"/>
              <a:buChar char="•"/>
              <a:defRPr>
                <a:solidFill>
                  <a:schemeClr val="tx1"/>
                </a:solidFill>
              </a:defRPr>
            </a:lvl3pPr>
            <a:lvl4pPr marL="1657350" indent="-285750">
              <a:lnSpc>
                <a:spcPct val="120000"/>
              </a:lnSpc>
              <a:spcAft>
                <a:spcPts val="600"/>
              </a:spcAft>
              <a:buFont typeface="Arial" panose="020B0604020202090204" pitchFamily="34" charset="0"/>
              <a:buChar char="•"/>
              <a:defRPr>
                <a:solidFill>
                  <a:schemeClr val="tx1"/>
                </a:solidFill>
              </a:defRPr>
            </a:lvl4pPr>
            <a:lvl5pPr marL="2114550" indent="-285750">
              <a:lnSpc>
                <a:spcPct val="120000"/>
              </a:lnSpc>
              <a:spcAft>
                <a:spcPts val="600"/>
              </a:spcAft>
              <a:buFont typeface="Arial" panose="020B0604020202090204" pitchFamily="34" charset="0"/>
              <a:buChar char="•"/>
              <a:defRPr>
                <a:solidFill>
                  <a:schemeClr val="tx1"/>
                </a:solidFill>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4" name="灯片编号占位符 2"/>
          <p:cNvSpPr>
            <a:spLocks noGrp="1"/>
          </p:cNvSpPr>
          <p:nvPr>
            <p:ph type="sldNum" sz="quarter" idx="12"/>
          </p:nvPr>
        </p:nvSpPr>
        <p:spPr>
          <a:xfrm>
            <a:off x="10982973" y="6348122"/>
            <a:ext cx="1037230" cy="342900"/>
          </a:xfrm>
        </p:spPr>
        <p:txBody>
          <a:bodyPr/>
          <a:lstStyle/>
          <a:p>
            <a:fld id="{6C53781C-E1F6-4315-A39D-61273F2E0596}" type="slidenum">
              <a:rPr lang="zh-CN" altLang="en-US" smtClean="0"/>
            </a:fld>
            <a:endParaRPr lang="zh-CN" altLang="en-US" dirty="0"/>
          </a:p>
        </p:txBody>
      </p:sp>
      <p:pic>
        <p:nvPicPr>
          <p:cNvPr id="12" name="图片 11"/>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val="0"/>
              </a:ext>
            </a:extLst>
          </a:blip>
          <a:srcRect r="71419"/>
          <a:stretch>
            <a:fillRect/>
          </a:stretch>
        </p:blipFill>
        <p:spPr>
          <a:xfrm>
            <a:off x="193905" y="122669"/>
            <a:ext cx="659535" cy="61087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页-白底">
    <p:spTree>
      <p:nvGrpSpPr>
        <p:cNvPr id="1" name=""/>
        <p:cNvGrpSpPr/>
        <p:nvPr/>
      </p:nvGrpSpPr>
      <p:grpSpPr>
        <a:xfrm>
          <a:off x="0" y="0"/>
          <a:ext cx="0" cy="0"/>
          <a:chOff x="0" y="0"/>
          <a:chExt cx="0" cy="0"/>
        </a:xfrm>
      </p:grpSpPr>
      <p:sp>
        <p:nvSpPr>
          <p:cNvPr id="2" name="矩形 1"/>
          <p:cNvSpPr/>
          <p:nvPr userDrawn="1"/>
        </p:nvSpPr>
        <p:spPr>
          <a:xfrm>
            <a:off x="0" y="6728059"/>
            <a:ext cx="12192000" cy="129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userDrawn="1"/>
        </p:nvGrpSpPr>
        <p:grpSpPr>
          <a:xfrm>
            <a:off x="-1" y="-1"/>
            <a:ext cx="12182477" cy="856212"/>
            <a:chOff x="-1" y="-1"/>
            <a:chExt cx="12182477" cy="856212"/>
          </a:xfrm>
        </p:grpSpPr>
        <p:sp>
          <p:nvSpPr>
            <p:cNvPr id="4" name="矩形 3"/>
            <p:cNvSpPr/>
            <p:nvPr userDrawn="1"/>
          </p:nvSpPr>
          <p:spPr>
            <a:xfrm>
              <a:off x="0" y="-1"/>
              <a:ext cx="12182476" cy="856212"/>
            </a:xfrm>
            <a:prstGeom prst="rect">
              <a:avLst/>
            </a:prstGeom>
            <a:gradFill>
              <a:gsLst>
                <a:gs pos="0">
                  <a:schemeClr val="accent1">
                    <a:alpha val="77000"/>
                  </a:schemeClr>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8" name="图片 7"/>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contrast="100000"/>
                      </a14:imgEffect>
                      <a14:imgEffect>
                        <a14:colorTemperature colorTemp="1500"/>
                      </a14:imgEffect>
                      <a14:imgEffect>
                        <a14:saturation sat="0"/>
                      </a14:imgEffect>
                    </a14:imgLayer>
                  </a14:imgProps>
                </a:ext>
              </a:extLst>
            </a:blip>
            <a:srcRect l="606" t="-18105" r="1201" b="1"/>
            <a:stretch>
              <a:fillRect/>
            </a:stretch>
          </p:blipFill>
          <p:spPr>
            <a:xfrm>
              <a:off x="-1" y="248846"/>
              <a:ext cx="12182477" cy="516766"/>
            </a:xfrm>
            <a:prstGeom prst="rect">
              <a:avLst/>
            </a:prstGeom>
          </p:spPr>
        </p:pic>
        <p:sp>
          <p:nvSpPr>
            <p:cNvPr id="10" name="矩形 9"/>
            <p:cNvSpPr/>
            <p:nvPr userDrawn="1"/>
          </p:nvSpPr>
          <p:spPr>
            <a:xfrm>
              <a:off x="9524" y="-1"/>
              <a:ext cx="12172952" cy="856211"/>
            </a:xfrm>
            <a:prstGeom prst="rect">
              <a:avLst/>
            </a:prstGeom>
            <a:gradFill>
              <a:gsLst>
                <a:gs pos="0">
                  <a:schemeClr val="accent1">
                    <a:alpha val="0"/>
                  </a:schemeClr>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9" name="图片 8"/>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val="0"/>
                </a:ext>
              </a:extLst>
            </a:blip>
            <a:srcRect r="71419"/>
            <a:stretch>
              <a:fillRect/>
            </a:stretch>
          </p:blipFill>
          <p:spPr>
            <a:xfrm>
              <a:off x="193905" y="122669"/>
              <a:ext cx="659535" cy="610870"/>
            </a:xfrm>
            <a:prstGeom prst="rect">
              <a:avLst/>
            </a:prstGeom>
          </p:spPr>
        </p:pic>
      </p:grpSp>
      <p:sp>
        <p:nvSpPr>
          <p:cNvPr id="11" name="文本占位符 11"/>
          <p:cNvSpPr>
            <a:spLocks noGrp="1"/>
          </p:cNvSpPr>
          <p:nvPr>
            <p:ph type="body" sz="quarter" idx="10" hasCustomPrompt="1"/>
          </p:nvPr>
        </p:nvSpPr>
        <p:spPr>
          <a:xfrm>
            <a:off x="9524" y="1"/>
            <a:ext cx="12172952" cy="856210"/>
          </a:xfrm>
        </p:spPr>
        <p:txBody>
          <a:bodyPr lIns="144000" tIns="144000" rIns="144000" bIns="144000" anchor="ctr" anchorCtr="0">
            <a:noAutofit/>
          </a:bodyPr>
          <a:lstStyle>
            <a:lvl1pPr marL="0" indent="0" algn="ctr">
              <a:buNone/>
              <a:defRPr sz="3600" b="1">
                <a:solidFill>
                  <a:schemeClr val="bg1"/>
                </a:solidFill>
                <a:effectLst>
                  <a:outerShdw blurRad="38100" dist="38100" dir="2700000" algn="tl">
                    <a:srgbClr val="000000">
                      <a:alpha val="43137"/>
                    </a:srgbClr>
                  </a:outerShdw>
                </a:effectLst>
                <a:latin typeface="+mj-ea"/>
                <a:ea typeface="+mj-ea"/>
              </a:defRPr>
            </a:lvl1pPr>
          </a:lstStyle>
          <a:p>
            <a:pPr lvl="0"/>
            <a:r>
              <a:rPr lang="zh-CN" altLang="en-US" dirty="0"/>
              <a:t>单击此处编辑标题</a:t>
            </a:r>
            <a:endParaRPr lang="zh-CN" altLang="en-US" dirty="0"/>
          </a:p>
        </p:txBody>
      </p:sp>
      <p:sp>
        <p:nvSpPr>
          <p:cNvPr id="13" name="灯片编号占位符 2"/>
          <p:cNvSpPr>
            <a:spLocks noGrp="1"/>
          </p:cNvSpPr>
          <p:nvPr>
            <p:ph type="sldNum" sz="quarter" idx="12"/>
          </p:nvPr>
        </p:nvSpPr>
        <p:spPr>
          <a:xfrm>
            <a:off x="10982973" y="6348122"/>
            <a:ext cx="1037230" cy="342900"/>
          </a:xfrm>
        </p:spPr>
        <p:txBody>
          <a:bodyPr/>
          <a:lstStyle/>
          <a:p>
            <a:fld id="{6C53781C-E1F6-4315-A39D-61273F2E0596}"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内容页-白底">
    <p:spTree>
      <p:nvGrpSpPr>
        <p:cNvPr id="1" name=""/>
        <p:cNvGrpSpPr/>
        <p:nvPr/>
      </p:nvGrpSpPr>
      <p:grpSpPr>
        <a:xfrm>
          <a:off x="0" y="0"/>
          <a:ext cx="0" cy="0"/>
          <a:chOff x="0" y="0"/>
          <a:chExt cx="0" cy="0"/>
        </a:xfrm>
      </p:grpSpPr>
      <p:sp>
        <p:nvSpPr>
          <p:cNvPr id="2" name="矩形 1"/>
          <p:cNvSpPr/>
          <p:nvPr userDrawn="1"/>
        </p:nvSpPr>
        <p:spPr>
          <a:xfrm>
            <a:off x="0" y="6728059"/>
            <a:ext cx="12192000" cy="129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userDrawn="1"/>
        </p:nvGrpSpPr>
        <p:grpSpPr>
          <a:xfrm>
            <a:off x="-1" y="-1"/>
            <a:ext cx="12182477" cy="856212"/>
            <a:chOff x="-1" y="-1"/>
            <a:chExt cx="12182477" cy="856212"/>
          </a:xfrm>
        </p:grpSpPr>
        <p:sp>
          <p:nvSpPr>
            <p:cNvPr id="4" name="矩形 3"/>
            <p:cNvSpPr/>
            <p:nvPr userDrawn="1"/>
          </p:nvSpPr>
          <p:spPr>
            <a:xfrm>
              <a:off x="0" y="-1"/>
              <a:ext cx="12182476" cy="856212"/>
            </a:xfrm>
            <a:prstGeom prst="rect">
              <a:avLst/>
            </a:prstGeom>
            <a:gradFill>
              <a:gsLst>
                <a:gs pos="0">
                  <a:schemeClr val="accent1">
                    <a:alpha val="77000"/>
                  </a:schemeClr>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8" name="图片 7"/>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contrast="100000"/>
                      </a14:imgEffect>
                      <a14:imgEffect>
                        <a14:colorTemperature colorTemp="1500"/>
                      </a14:imgEffect>
                      <a14:imgEffect>
                        <a14:saturation sat="0"/>
                      </a14:imgEffect>
                    </a14:imgLayer>
                  </a14:imgProps>
                </a:ext>
              </a:extLst>
            </a:blip>
            <a:srcRect l="606" t="-18105" r="1201" b="1"/>
            <a:stretch>
              <a:fillRect/>
            </a:stretch>
          </p:blipFill>
          <p:spPr>
            <a:xfrm>
              <a:off x="-1" y="248846"/>
              <a:ext cx="12182477" cy="516766"/>
            </a:xfrm>
            <a:prstGeom prst="rect">
              <a:avLst/>
            </a:prstGeom>
          </p:spPr>
        </p:pic>
        <p:sp>
          <p:nvSpPr>
            <p:cNvPr id="10" name="矩形 9"/>
            <p:cNvSpPr/>
            <p:nvPr userDrawn="1"/>
          </p:nvSpPr>
          <p:spPr>
            <a:xfrm>
              <a:off x="9524" y="-1"/>
              <a:ext cx="12172952" cy="856211"/>
            </a:xfrm>
            <a:prstGeom prst="rect">
              <a:avLst/>
            </a:prstGeom>
            <a:gradFill>
              <a:gsLst>
                <a:gs pos="0">
                  <a:schemeClr val="accent1">
                    <a:alpha val="0"/>
                  </a:schemeClr>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9" name="图片 8"/>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val="0"/>
                </a:ext>
              </a:extLst>
            </a:blip>
            <a:srcRect r="71419"/>
            <a:stretch>
              <a:fillRect/>
            </a:stretch>
          </p:blipFill>
          <p:spPr>
            <a:xfrm>
              <a:off x="193905" y="122669"/>
              <a:ext cx="659535" cy="610870"/>
            </a:xfrm>
            <a:prstGeom prst="rect">
              <a:avLst/>
            </a:prstGeom>
          </p:spPr>
        </p:pic>
      </p:grpSp>
      <p:sp>
        <p:nvSpPr>
          <p:cNvPr id="11" name="文本占位符 11"/>
          <p:cNvSpPr>
            <a:spLocks noGrp="1"/>
          </p:cNvSpPr>
          <p:nvPr>
            <p:ph type="body" sz="quarter" idx="10" hasCustomPrompt="1"/>
          </p:nvPr>
        </p:nvSpPr>
        <p:spPr>
          <a:xfrm>
            <a:off x="9524" y="1"/>
            <a:ext cx="12172952" cy="856210"/>
          </a:xfrm>
        </p:spPr>
        <p:txBody>
          <a:bodyPr lIns="144000" tIns="144000" rIns="144000" bIns="144000" anchor="ctr" anchorCtr="0">
            <a:noAutofit/>
          </a:bodyPr>
          <a:lstStyle>
            <a:lvl1pPr marL="0" indent="0" algn="ctr">
              <a:buNone/>
              <a:defRPr sz="3600" b="1">
                <a:solidFill>
                  <a:schemeClr val="bg1"/>
                </a:solidFill>
                <a:effectLst>
                  <a:outerShdw blurRad="38100" dist="38100" dir="2700000" algn="tl">
                    <a:srgbClr val="000000">
                      <a:alpha val="43137"/>
                    </a:srgbClr>
                  </a:outerShdw>
                </a:effectLst>
                <a:latin typeface="+mj-ea"/>
                <a:ea typeface="+mj-ea"/>
              </a:defRPr>
            </a:lvl1pPr>
          </a:lstStyle>
          <a:p>
            <a:pPr lvl="0"/>
            <a:r>
              <a:rPr lang="zh-CN" altLang="en-US" dirty="0"/>
              <a:t>单击此处编辑标题</a:t>
            </a:r>
            <a:endParaRPr lang="zh-CN" altLang="en-US" dirty="0"/>
          </a:p>
        </p:txBody>
      </p:sp>
      <p:sp>
        <p:nvSpPr>
          <p:cNvPr id="13" name="灯片编号占位符 2"/>
          <p:cNvSpPr>
            <a:spLocks noGrp="1"/>
          </p:cNvSpPr>
          <p:nvPr>
            <p:ph type="sldNum" sz="quarter" idx="12"/>
          </p:nvPr>
        </p:nvSpPr>
        <p:spPr>
          <a:xfrm>
            <a:off x="10982973" y="6348122"/>
            <a:ext cx="1037230" cy="342900"/>
          </a:xfrm>
        </p:spPr>
        <p:txBody>
          <a:bodyPr/>
          <a:lstStyle/>
          <a:p>
            <a:fld id="{6C53781C-E1F6-4315-A39D-61273F2E0596}" type="slidenum">
              <a:rPr lang="zh-CN" altLang="en-US" smtClean="0"/>
            </a:fld>
            <a:endParaRPr lang="zh-CN" altLang="en-US" dirty="0"/>
          </a:p>
        </p:txBody>
      </p:sp>
      <p:sp>
        <p:nvSpPr>
          <p:cNvPr id="12" name="矩形 11"/>
          <p:cNvSpPr/>
          <p:nvPr userDrawn="1"/>
        </p:nvSpPr>
        <p:spPr>
          <a:xfrm>
            <a:off x="140671" y="6291045"/>
            <a:ext cx="5669757" cy="307777"/>
          </a:xfrm>
          <a:prstGeom prst="rect">
            <a:avLst/>
          </a:prstGeom>
        </p:spPr>
        <p:txBody>
          <a:bodyPr wrap="none">
            <a:spAutoFit/>
          </a:bodyPr>
          <a:lstStyle/>
          <a:p>
            <a:r>
              <a:rPr lang="en-US" altLang="zh-CN" sz="1400" dirty="0">
                <a:solidFill>
                  <a:schemeClr val="bg1">
                    <a:lumMod val="75000"/>
                  </a:schemeClr>
                </a:solidFill>
              </a:rPr>
              <a:t>SJTU ICON LIBRARY Copyright © 2021 Invictus. All rights reserved. </a:t>
            </a:r>
            <a:endParaRPr lang="zh-CN" altLang="en-US" sz="1400" dirty="0">
              <a:solidFill>
                <a:schemeClr val="bg1">
                  <a:lumMod val="75000"/>
                </a:scheme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纯白">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a:xfrm>
            <a:off x="10982973" y="6348122"/>
            <a:ext cx="1037230" cy="342900"/>
          </a:xfrm>
        </p:spPr>
        <p:txBody>
          <a:bodyPr/>
          <a:lstStyle/>
          <a:p>
            <a:fld id="{6C53781C-E1F6-4315-A39D-61273F2E0596}" type="slidenum">
              <a:rPr lang="zh-CN" altLang="en-US" smtClean="0"/>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背景">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dpi="0" rotWithShape="1">
            <a:blip r:embed="rId2">
              <a:duotone>
                <a:schemeClr val="bg2">
                  <a:shade val="45000"/>
                  <a:satMod val="135000"/>
                </a:schemeClr>
                <a:prstClr val="white"/>
              </a:duotone>
              <a:extLst>
                <a:ext uri="{BEBA8EAE-BF5A-486C-A8C5-ECC9F3942E4B}">
                  <a14:imgProps xmlns:a14="http://schemas.microsoft.com/office/drawing/2010/main">
                    <a14:imgLayer r:embed="rId3">
                      <a14:imgEffect>
                        <a14:brightnessContrast bright="20000" contrast="-40000"/>
                      </a14:imgEffect>
                    </a14:imgLayer>
                  </a14:imgProps>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灯片编号占位符 2"/>
          <p:cNvSpPr>
            <a:spLocks noGrp="1"/>
          </p:cNvSpPr>
          <p:nvPr>
            <p:ph type="sldNum" sz="quarter" idx="12"/>
          </p:nvPr>
        </p:nvSpPr>
        <p:spPr>
          <a:xfrm>
            <a:off x="10982973" y="6348122"/>
            <a:ext cx="1037230" cy="342900"/>
          </a:xfrm>
        </p:spPr>
        <p:txBody>
          <a:bodyPr/>
          <a:lstStyle/>
          <a:p>
            <a:fld id="{6C53781C-E1F6-4315-A39D-61273F2E0596}" type="slidenum">
              <a:rPr lang="zh-CN" altLang="en-US" smtClean="0"/>
            </a:fld>
            <a:endParaRPr lang="zh-CN" altLang="en-US" dirty="0"/>
          </a:p>
        </p:txBody>
      </p:sp>
      <p:pic>
        <p:nvPicPr>
          <p:cNvPr id="5" name="图片 4"/>
          <p:cNvPicPr>
            <a:picLocks noChangeAspect="1"/>
          </p:cNvPicPr>
          <p:nvPr userDrawn="1"/>
        </p:nvPicPr>
        <p:blipFill>
          <a:blip r:embed="rId4" cstate="print">
            <a:duotone>
              <a:schemeClr val="accent3">
                <a:shade val="45000"/>
                <a:satMod val="135000"/>
              </a:schemeClr>
              <a:prstClr val="white"/>
            </a:duotone>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4338986" y="165372"/>
            <a:ext cx="3264645" cy="1073224"/>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封底-1">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blipFill dpi="0" rotWithShape="1">
            <a:blip r:embed="rId2">
              <a:duotone>
                <a:schemeClr val="bg2">
                  <a:shade val="45000"/>
                  <a:satMod val="135000"/>
                </a:schemeClr>
                <a:prstClr val="white"/>
              </a:duotone>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userDrawn="1"/>
        </p:nvSpPr>
        <p:spPr>
          <a:xfrm>
            <a:off x="0" y="573058"/>
            <a:ext cx="12192000" cy="3887182"/>
          </a:xfrm>
          <a:prstGeom prst="rect">
            <a:avLst/>
          </a:prstGeom>
          <a:gradFill>
            <a:gsLst>
              <a:gs pos="0">
                <a:schemeClr val="accent1"/>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400">
              <a:latin typeface="微软雅黑" panose="020B0503020204020204" pitchFamily="34" charset="-122"/>
              <a:ea typeface="微软雅黑" panose="020B0503020204020204" pitchFamily="34" charset="-122"/>
            </a:endParaRPr>
          </a:p>
        </p:txBody>
      </p:sp>
      <p:pic>
        <p:nvPicPr>
          <p:cNvPr id="10" name="图片 9"/>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bright="100000" contrast="100000"/>
                    </a14:imgEffect>
                    <a14:imgEffect>
                      <a14:colorTemperature colorTemp="1500"/>
                    </a14:imgEffect>
                    <a14:imgEffect>
                      <a14:saturation sat="0"/>
                    </a14:imgEffect>
                  </a14:imgLayer>
                </a14:imgProps>
              </a:ext>
            </a:extLst>
          </a:blip>
          <a:srcRect l="26009" t="-18105" r="1201" b="1"/>
          <a:stretch>
            <a:fillRect/>
          </a:stretch>
        </p:blipFill>
        <p:spPr>
          <a:xfrm>
            <a:off x="-8468" y="3503541"/>
            <a:ext cx="12200467" cy="660689"/>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封底-2">
    <p:spTree>
      <p:nvGrpSpPr>
        <p:cNvPr id="1" name=""/>
        <p:cNvGrpSpPr/>
        <p:nvPr/>
      </p:nvGrpSpPr>
      <p:grpSpPr>
        <a:xfrm>
          <a:off x="0" y="0"/>
          <a:ext cx="0" cy="0"/>
          <a:chOff x="0" y="0"/>
          <a:chExt cx="0" cy="0"/>
        </a:xfrm>
      </p:grpSpPr>
      <p:grpSp>
        <p:nvGrpSpPr>
          <p:cNvPr id="3" name="组合 2"/>
          <p:cNvGrpSpPr/>
          <p:nvPr userDrawn="1"/>
        </p:nvGrpSpPr>
        <p:grpSpPr>
          <a:xfrm>
            <a:off x="-1" y="0"/>
            <a:ext cx="12192001" cy="6858000"/>
            <a:chOff x="-1" y="0"/>
            <a:chExt cx="12192001" cy="5409398"/>
          </a:xfrm>
        </p:grpSpPr>
        <p:sp>
          <p:nvSpPr>
            <p:cNvPr id="2" name="矩形 1"/>
            <p:cNvSpPr/>
            <p:nvPr userDrawn="1"/>
          </p:nvSpPr>
          <p:spPr>
            <a:xfrm>
              <a:off x="0" y="3295018"/>
              <a:ext cx="12192000" cy="2114380"/>
            </a:xfrm>
            <a:prstGeom prst="rect">
              <a:avLst/>
            </a:prstGeom>
            <a:gradFill>
              <a:gsLst>
                <a:gs pos="0">
                  <a:schemeClr val="accent1">
                    <a:alpha val="62000"/>
                  </a:schemeClr>
                </a:gs>
                <a:gs pos="100000">
                  <a:schemeClr val="accent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1" y="0"/>
              <a:ext cx="12192001" cy="32950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6" name="图片 5"/>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contrast="100000"/>
                    </a14:imgEffect>
                    <a14:imgEffect>
                      <a14:colorTemperature colorTemp="1500"/>
                    </a14:imgEffect>
                    <a14:imgEffect>
                      <a14:saturation sat="0"/>
                    </a14:imgEffect>
                  </a14:imgLayer>
                </a14:imgProps>
              </a:ext>
            </a:extLst>
          </a:blip>
          <a:srcRect l="26009" t="-18105" r="1201" b="1"/>
          <a:stretch>
            <a:fillRect/>
          </a:stretch>
        </p:blipFill>
        <p:spPr>
          <a:xfrm>
            <a:off x="0" y="5877294"/>
            <a:ext cx="12200467" cy="660689"/>
          </a:xfrm>
          <a:prstGeom prst="rect">
            <a:avLst/>
          </a:prstGeom>
        </p:spPr>
      </p:pic>
      <p:pic>
        <p:nvPicPr>
          <p:cNvPr id="9" name="图片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838640" y="350311"/>
            <a:ext cx="2534311" cy="206746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F4518D-F1E1-42FE-ADB3-4B6EED64287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F756E6-AE62-4EF0-9CF6-DF3EBBB7839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chart" Target="../charts/chart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chart" Target="../charts/char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11.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8" Type="http://schemas.openxmlformats.org/officeDocument/2006/relationships/slideLayout" Target="../slideLayouts/slideLayout11.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11.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0.png"/><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9" Type="http://schemas.openxmlformats.org/officeDocument/2006/relationships/image" Target="../media/image39.png"/><Relationship Id="rId8" Type="http://schemas.openxmlformats.org/officeDocument/2006/relationships/image" Target="../media/image38.png"/><Relationship Id="rId7" Type="http://schemas.openxmlformats.org/officeDocument/2006/relationships/image" Target="../media/image37.png"/><Relationship Id="rId61" Type="http://schemas.openxmlformats.org/officeDocument/2006/relationships/slideLayout" Target="../slideLayouts/slideLayout13.xml"/><Relationship Id="rId60" Type="http://schemas.openxmlformats.org/officeDocument/2006/relationships/image" Target="../media/image90.png"/><Relationship Id="rId6" Type="http://schemas.openxmlformats.org/officeDocument/2006/relationships/image" Target="../media/image36.png"/><Relationship Id="rId59" Type="http://schemas.openxmlformats.org/officeDocument/2006/relationships/image" Target="../media/image89.png"/><Relationship Id="rId58" Type="http://schemas.openxmlformats.org/officeDocument/2006/relationships/image" Target="../media/image88.png"/><Relationship Id="rId57" Type="http://schemas.openxmlformats.org/officeDocument/2006/relationships/image" Target="../media/image87.png"/><Relationship Id="rId56" Type="http://schemas.openxmlformats.org/officeDocument/2006/relationships/image" Target="../media/image86.png"/><Relationship Id="rId55" Type="http://schemas.openxmlformats.org/officeDocument/2006/relationships/image" Target="../media/image85.png"/><Relationship Id="rId54" Type="http://schemas.openxmlformats.org/officeDocument/2006/relationships/image" Target="../media/image84.png"/><Relationship Id="rId53" Type="http://schemas.openxmlformats.org/officeDocument/2006/relationships/image" Target="../media/image83.png"/><Relationship Id="rId52" Type="http://schemas.openxmlformats.org/officeDocument/2006/relationships/image" Target="../media/image82.png"/><Relationship Id="rId51" Type="http://schemas.openxmlformats.org/officeDocument/2006/relationships/image" Target="../media/image81.png"/><Relationship Id="rId50" Type="http://schemas.openxmlformats.org/officeDocument/2006/relationships/image" Target="../media/image80.png"/><Relationship Id="rId5" Type="http://schemas.openxmlformats.org/officeDocument/2006/relationships/image" Target="../media/image35.png"/><Relationship Id="rId49" Type="http://schemas.openxmlformats.org/officeDocument/2006/relationships/image" Target="../media/image79.png"/><Relationship Id="rId48" Type="http://schemas.openxmlformats.org/officeDocument/2006/relationships/image" Target="../media/image78.png"/><Relationship Id="rId47" Type="http://schemas.openxmlformats.org/officeDocument/2006/relationships/image" Target="../media/image77.png"/><Relationship Id="rId46" Type="http://schemas.openxmlformats.org/officeDocument/2006/relationships/image" Target="../media/image76.png"/><Relationship Id="rId45" Type="http://schemas.openxmlformats.org/officeDocument/2006/relationships/image" Target="../media/image75.png"/><Relationship Id="rId44" Type="http://schemas.openxmlformats.org/officeDocument/2006/relationships/image" Target="../media/image74.png"/><Relationship Id="rId43" Type="http://schemas.openxmlformats.org/officeDocument/2006/relationships/image" Target="../media/image73.png"/><Relationship Id="rId42" Type="http://schemas.openxmlformats.org/officeDocument/2006/relationships/image" Target="../media/image72.png"/><Relationship Id="rId41" Type="http://schemas.openxmlformats.org/officeDocument/2006/relationships/image" Target="../media/image71.png"/><Relationship Id="rId40" Type="http://schemas.openxmlformats.org/officeDocument/2006/relationships/image" Target="../media/image70.png"/><Relationship Id="rId4" Type="http://schemas.openxmlformats.org/officeDocument/2006/relationships/image" Target="../media/image34.png"/><Relationship Id="rId39" Type="http://schemas.openxmlformats.org/officeDocument/2006/relationships/image" Target="../media/image69.png"/><Relationship Id="rId38" Type="http://schemas.openxmlformats.org/officeDocument/2006/relationships/image" Target="../media/image68.png"/><Relationship Id="rId37" Type="http://schemas.openxmlformats.org/officeDocument/2006/relationships/image" Target="../media/image67.png"/><Relationship Id="rId36" Type="http://schemas.openxmlformats.org/officeDocument/2006/relationships/image" Target="../media/image66.png"/><Relationship Id="rId35" Type="http://schemas.openxmlformats.org/officeDocument/2006/relationships/image" Target="../media/image65.png"/><Relationship Id="rId34" Type="http://schemas.openxmlformats.org/officeDocument/2006/relationships/image" Target="../media/image64.png"/><Relationship Id="rId33" Type="http://schemas.openxmlformats.org/officeDocument/2006/relationships/image" Target="../media/image63.png"/><Relationship Id="rId32" Type="http://schemas.openxmlformats.org/officeDocument/2006/relationships/image" Target="../media/image62.png"/><Relationship Id="rId31" Type="http://schemas.openxmlformats.org/officeDocument/2006/relationships/image" Target="../media/image61.png"/><Relationship Id="rId30" Type="http://schemas.openxmlformats.org/officeDocument/2006/relationships/image" Target="../media/image60.png"/><Relationship Id="rId3" Type="http://schemas.openxmlformats.org/officeDocument/2006/relationships/image" Target="../media/image33.png"/><Relationship Id="rId29" Type="http://schemas.openxmlformats.org/officeDocument/2006/relationships/image" Target="../media/image59.png"/><Relationship Id="rId28" Type="http://schemas.openxmlformats.org/officeDocument/2006/relationships/image" Target="../media/image58.png"/><Relationship Id="rId27" Type="http://schemas.openxmlformats.org/officeDocument/2006/relationships/image" Target="../media/image57.png"/><Relationship Id="rId26" Type="http://schemas.openxmlformats.org/officeDocument/2006/relationships/image" Target="../media/image56.png"/><Relationship Id="rId25" Type="http://schemas.openxmlformats.org/officeDocument/2006/relationships/image" Target="../media/image55.png"/><Relationship Id="rId24" Type="http://schemas.openxmlformats.org/officeDocument/2006/relationships/image" Target="../media/image54.png"/><Relationship Id="rId23" Type="http://schemas.openxmlformats.org/officeDocument/2006/relationships/image" Target="../media/image53.png"/><Relationship Id="rId22" Type="http://schemas.openxmlformats.org/officeDocument/2006/relationships/image" Target="../media/image52.png"/><Relationship Id="rId21" Type="http://schemas.openxmlformats.org/officeDocument/2006/relationships/image" Target="../media/image51.png"/><Relationship Id="rId20" Type="http://schemas.openxmlformats.org/officeDocument/2006/relationships/image" Target="../media/image50.png"/><Relationship Id="rId2" Type="http://schemas.openxmlformats.org/officeDocument/2006/relationships/image" Target="../media/image32.png"/><Relationship Id="rId19" Type="http://schemas.openxmlformats.org/officeDocument/2006/relationships/image" Target="../media/image49.png"/><Relationship Id="rId18" Type="http://schemas.openxmlformats.org/officeDocument/2006/relationships/image" Target="../media/image48.png"/><Relationship Id="rId17" Type="http://schemas.openxmlformats.org/officeDocument/2006/relationships/image" Target="../media/image47.png"/><Relationship Id="rId16" Type="http://schemas.openxmlformats.org/officeDocument/2006/relationships/image" Target="../media/image46.png"/><Relationship Id="rId15" Type="http://schemas.openxmlformats.org/officeDocument/2006/relationships/image" Target="../media/image45.png"/><Relationship Id="rId14" Type="http://schemas.openxmlformats.org/officeDocument/2006/relationships/image" Target="../media/image44.png"/><Relationship Id="rId13" Type="http://schemas.openxmlformats.org/officeDocument/2006/relationships/image" Target="../media/image43.png"/><Relationship Id="rId12" Type="http://schemas.openxmlformats.org/officeDocument/2006/relationships/image" Target="../media/image42.png"/><Relationship Id="rId11" Type="http://schemas.openxmlformats.org/officeDocument/2006/relationships/image" Target="../media/image41.png"/><Relationship Id="rId10" Type="http://schemas.openxmlformats.org/officeDocument/2006/relationships/image" Target="../media/image40.png"/><Relationship Id="rId1"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2"/>
          </p:nvPr>
        </p:nvSpPr>
        <p:spPr/>
        <p:txBody>
          <a:bodyPr/>
          <a:lstStyle/>
          <a:p>
            <a:endParaRPr lang="zh-CN" altLang="en-US" dirty="0"/>
          </a:p>
        </p:txBody>
      </p:sp>
      <p:sp>
        <p:nvSpPr>
          <p:cNvPr id="5" name="文本占位符 11"/>
          <p:cNvSpPr txBox="1"/>
          <p:nvPr/>
        </p:nvSpPr>
        <p:spPr>
          <a:xfrm>
            <a:off x="628650" y="1098957"/>
            <a:ext cx="10982325" cy="1447800"/>
          </a:xfrm>
          <a:prstGeom prst="rect">
            <a:avLst/>
          </a:prstGeom>
        </p:spPr>
        <p:txBody>
          <a:bodyPr lIns="144000" tIns="144000" rIns="144000" bIns="144000" anchor="ctr" anchorCtr="0">
            <a:normAutofit/>
          </a:bodyPr>
          <a:lstStyle>
            <a:lvl1pPr marL="0" indent="0" algn="ctr" defTabSz="914400" rtl="0" eaLnBrk="1" latinLnBrk="0" hangingPunct="1">
              <a:lnSpc>
                <a:spcPct val="90000"/>
              </a:lnSpc>
              <a:spcBef>
                <a:spcPts val="1000"/>
              </a:spcBef>
              <a:buFont typeface="Arial" panose="020B0604020202090204" pitchFamily="34" charset="0"/>
              <a:buNone/>
              <a:defRPr sz="66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dirty="0"/>
              <a:t>中期汇报</a:t>
            </a:r>
            <a:endParaRPr lang="zh-CN" altLang="en-US" dirty="0"/>
          </a:p>
        </p:txBody>
      </p:sp>
      <p:sp>
        <p:nvSpPr>
          <p:cNvPr id="6" name="文本占位符 11"/>
          <p:cNvSpPr txBox="1"/>
          <p:nvPr/>
        </p:nvSpPr>
        <p:spPr>
          <a:xfrm>
            <a:off x="2382933" y="3634988"/>
            <a:ext cx="7385241" cy="771882"/>
          </a:xfrm>
          <a:prstGeom prst="rect">
            <a:avLst/>
          </a:prstGeom>
        </p:spPr>
        <p:txBody>
          <a:bodyPr lIns="144000" tIns="144000" rIns="144000" bIns="144000" anchor="ctr" anchorCtr="0">
            <a:noAutofit/>
          </a:bodyPr>
          <a:lstStyle>
            <a:lvl1pPr marL="0" indent="0" algn="ctr" defTabSz="914400" rtl="0" eaLnBrk="1" latinLnBrk="0" hangingPunct="1">
              <a:lnSpc>
                <a:spcPct val="100000"/>
              </a:lnSpc>
              <a:spcBef>
                <a:spcPts val="600"/>
              </a:spcBef>
              <a:buFont typeface="Arial" panose="020B0604020202090204" pitchFamily="34" charset="0"/>
              <a:buNone/>
              <a:defRPr sz="3600" b="1" kern="1200">
                <a:solidFill>
                  <a:schemeClr val="accent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a:t>汇报人</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910975" y="1360031"/>
            <a:ext cx="697345" cy="697345"/>
          </a:xfrm>
          <a:prstGeom prst="rect">
            <a:avLst/>
          </a:prstGeom>
          <a:no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accent6"/>
                </a:solidFill>
                <a:latin typeface="+mn-ea"/>
              </a:rPr>
              <a:t>1</a:t>
            </a:r>
            <a:endParaRPr lang="zh-CN" altLang="en-US" sz="3200" dirty="0">
              <a:solidFill>
                <a:schemeClr val="accent6"/>
              </a:solidFill>
              <a:latin typeface="+mn-ea"/>
            </a:endParaRPr>
          </a:p>
        </p:txBody>
      </p:sp>
      <p:sp>
        <p:nvSpPr>
          <p:cNvPr id="3" name="矩形 2"/>
          <p:cNvSpPr/>
          <p:nvPr/>
        </p:nvSpPr>
        <p:spPr>
          <a:xfrm>
            <a:off x="4910974" y="2502731"/>
            <a:ext cx="697345" cy="697345"/>
          </a:xfrm>
          <a:prstGeom prst="rect">
            <a:avLst/>
          </a:prstGeom>
          <a:no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accent6"/>
                </a:solidFill>
                <a:latin typeface="+mn-ea"/>
              </a:rPr>
              <a:t>2</a:t>
            </a:r>
            <a:endParaRPr lang="zh-CN" altLang="en-US" sz="3200" dirty="0">
              <a:solidFill>
                <a:schemeClr val="accent6"/>
              </a:solidFill>
              <a:latin typeface="+mn-ea"/>
            </a:endParaRPr>
          </a:p>
        </p:txBody>
      </p:sp>
      <p:sp>
        <p:nvSpPr>
          <p:cNvPr id="4" name="矩形 3"/>
          <p:cNvSpPr/>
          <p:nvPr/>
        </p:nvSpPr>
        <p:spPr>
          <a:xfrm>
            <a:off x="4910973" y="4788131"/>
            <a:ext cx="697345" cy="697345"/>
          </a:xfrm>
          <a:prstGeom prst="rect">
            <a:avLst/>
          </a:prstGeom>
          <a:no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accent6"/>
                </a:solidFill>
                <a:latin typeface="+mn-ea"/>
              </a:rPr>
              <a:t>4</a:t>
            </a:r>
            <a:endParaRPr lang="zh-CN" altLang="en-US" sz="3200" dirty="0">
              <a:solidFill>
                <a:schemeClr val="accent6"/>
              </a:solidFill>
              <a:latin typeface="+mn-ea"/>
            </a:endParaRPr>
          </a:p>
        </p:txBody>
      </p:sp>
      <p:sp>
        <p:nvSpPr>
          <p:cNvPr id="5" name="矩形 4"/>
          <p:cNvSpPr/>
          <p:nvPr/>
        </p:nvSpPr>
        <p:spPr>
          <a:xfrm>
            <a:off x="4910974" y="3645431"/>
            <a:ext cx="697345" cy="697345"/>
          </a:xfrm>
          <a:prstGeom prst="rect">
            <a:avLst/>
          </a:prstGeom>
          <a:no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accent6"/>
                </a:solidFill>
                <a:latin typeface="+mn-ea"/>
              </a:rPr>
              <a:t>3</a:t>
            </a:r>
            <a:endParaRPr lang="zh-CN" altLang="en-US" sz="3200" dirty="0">
              <a:solidFill>
                <a:schemeClr val="accent6"/>
              </a:solidFill>
              <a:latin typeface="+mn-ea"/>
            </a:endParaRPr>
          </a:p>
        </p:txBody>
      </p:sp>
      <p:sp>
        <p:nvSpPr>
          <p:cNvPr id="7" name="矩形 6"/>
          <p:cNvSpPr/>
          <p:nvPr/>
        </p:nvSpPr>
        <p:spPr>
          <a:xfrm>
            <a:off x="5815215" y="1360031"/>
            <a:ext cx="5523345" cy="69734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b="1" dirty="0">
                <a:solidFill>
                  <a:schemeClr val="bg2">
                    <a:lumMod val="50000"/>
                  </a:schemeClr>
                </a:solidFill>
                <a:latin typeface="+mn-ea"/>
              </a:rPr>
              <a:t>背景和目标</a:t>
            </a:r>
            <a:endParaRPr lang="zh-CN" altLang="en-US" sz="3200" b="1" dirty="0">
              <a:solidFill>
                <a:schemeClr val="bg2">
                  <a:lumMod val="50000"/>
                </a:schemeClr>
              </a:solidFill>
              <a:latin typeface="+mn-ea"/>
            </a:endParaRPr>
          </a:p>
        </p:txBody>
      </p:sp>
      <p:sp>
        <p:nvSpPr>
          <p:cNvPr id="8" name="矩形 7"/>
          <p:cNvSpPr/>
          <p:nvPr/>
        </p:nvSpPr>
        <p:spPr>
          <a:xfrm>
            <a:off x="5815214" y="2502731"/>
            <a:ext cx="5523345" cy="69734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b="1" dirty="0">
                <a:solidFill>
                  <a:schemeClr val="bg2">
                    <a:lumMod val="50000"/>
                  </a:schemeClr>
                </a:solidFill>
                <a:latin typeface="+mn-ea"/>
              </a:rPr>
              <a:t>进展概括</a:t>
            </a:r>
            <a:endParaRPr lang="zh-CN" altLang="en-US" sz="3200" b="1" dirty="0">
              <a:solidFill>
                <a:schemeClr val="bg2">
                  <a:lumMod val="50000"/>
                </a:schemeClr>
              </a:solidFill>
              <a:latin typeface="+mn-ea"/>
            </a:endParaRPr>
          </a:p>
        </p:txBody>
      </p:sp>
      <p:sp>
        <p:nvSpPr>
          <p:cNvPr id="9" name="矩形 8"/>
          <p:cNvSpPr/>
          <p:nvPr/>
        </p:nvSpPr>
        <p:spPr>
          <a:xfrm>
            <a:off x="5815215" y="3645431"/>
            <a:ext cx="5523345" cy="69734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b="1" dirty="0">
                <a:solidFill>
                  <a:schemeClr val="bg2">
                    <a:lumMod val="50000"/>
                  </a:schemeClr>
                </a:solidFill>
                <a:latin typeface="+mn-ea"/>
              </a:rPr>
              <a:t>核心技术路线</a:t>
            </a:r>
            <a:endParaRPr lang="zh-CN" altLang="en-US" sz="3200" b="1" dirty="0">
              <a:solidFill>
                <a:schemeClr val="bg2">
                  <a:lumMod val="50000"/>
                </a:schemeClr>
              </a:solidFill>
              <a:latin typeface="+mn-ea"/>
            </a:endParaRPr>
          </a:p>
        </p:txBody>
      </p:sp>
      <p:sp>
        <p:nvSpPr>
          <p:cNvPr id="10" name="矩形 9"/>
          <p:cNvSpPr/>
          <p:nvPr/>
        </p:nvSpPr>
        <p:spPr>
          <a:xfrm>
            <a:off x="5815214" y="4788131"/>
            <a:ext cx="5523345" cy="69734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b="1" dirty="0">
                <a:solidFill>
                  <a:schemeClr val="bg2">
                    <a:lumMod val="50000"/>
                  </a:schemeClr>
                </a:solidFill>
                <a:latin typeface="+mn-ea"/>
              </a:rPr>
              <a:t>阶段成果概括和讨论</a:t>
            </a:r>
            <a:endParaRPr lang="zh-CN" altLang="en-US" sz="3200" b="1" dirty="0">
              <a:solidFill>
                <a:schemeClr val="bg2">
                  <a:lumMod val="50000"/>
                </a:schemeClr>
              </a:solidFill>
              <a:latin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1"/>
          <p:cNvSpPr>
            <a:spLocks noGrp="1"/>
          </p:cNvSpPr>
          <p:nvPr>
            <p:ph type="body" sz="quarter" idx="4294967295" hasCustomPrompt="1"/>
          </p:nvPr>
        </p:nvSpPr>
        <p:spPr>
          <a:xfrm>
            <a:off x="5943600" y="1908279"/>
            <a:ext cx="5467350" cy="1638300"/>
          </a:xfrm>
        </p:spPr>
        <p:txBody>
          <a:bodyPr lIns="144000" tIns="144000" rIns="144000" bIns="144000" anchor="ctr" anchorCtr="0">
            <a:normAutofit/>
          </a:bodyPr>
          <a:lstStyle>
            <a:lvl1pPr marL="0" indent="0" algn="ctr">
              <a:lnSpc>
                <a:spcPct val="100000"/>
              </a:lnSpc>
              <a:buNone/>
              <a:defRPr sz="6000" b="1">
                <a:solidFill>
                  <a:schemeClr val="bg1"/>
                </a:solidFill>
                <a:effectLst>
                  <a:outerShdw blurRad="38100" dist="38100" dir="2700000" algn="tl">
                    <a:srgbClr val="000000">
                      <a:alpha val="43137"/>
                    </a:srgbClr>
                  </a:outerShdw>
                </a:effectLst>
                <a:latin typeface="+mj-ea"/>
                <a:ea typeface="+mj-ea"/>
              </a:defRPr>
            </a:lvl1pPr>
          </a:lstStyle>
          <a:p>
            <a:pPr lvl="0"/>
            <a:r>
              <a:rPr lang="zh-CN" altLang="en-US" dirty="0"/>
              <a:t>背景和目标</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课题一：生成式推荐大模型背景</a:t>
            </a:r>
            <a:endParaRPr lang="zh-CN" altLang="en-US" dirty="0"/>
          </a:p>
        </p:txBody>
      </p:sp>
      <p:sp>
        <p:nvSpPr>
          <p:cNvPr id="2" name="矩形 1"/>
          <p:cNvSpPr/>
          <p:nvPr/>
        </p:nvSpPr>
        <p:spPr>
          <a:xfrm>
            <a:off x="589779" y="1023104"/>
            <a:ext cx="3285075" cy="4612151"/>
          </a:xfrm>
          <a:prstGeom prst="rect">
            <a:avLst/>
          </a:prstGeom>
          <a:solidFill>
            <a:schemeClr val="bg2">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latin typeface="+mn-ea"/>
            </a:endParaRPr>
          </a:p>
        </p:txBody>
      </p:sp>
      <p:sp>
        <p:nvSpPr>
          <p:cNvPr id="4" name="矩形 3"/>
          <p:cNvSpPr/>
          <p:nvPr/>
        </p:nvSpPr>
        <p:spPr>
          <a:xfrm>
            <a:off x="589779" y="1023104"/>
            <a:ext cx="3285075" cy="817733"/>
          </a:xfrm>
          <a:prstGeom prst="rect">
            <a:avLst/>
          </a:prstGeom>
          <a:solidFill>
            <a:schemeClr val="accent3"/>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a:r>
              <a:rPr lang="zh-CN" altLang="en-US" sz="2400" b="1" dirty="0">
                <a:solidFill>
                  <a:schemeClr val="bg1"/>
                </a:solidFill>
                <a:effectLst>
                  <a:outerShdw blurRad="38100" dist="38100" dir="2700000" algn="tl">
                    <a:srgbClr val="000000">
                      <a:alpha val="43137"/>
                    </a:srgbClr>
                  </a:outerShdw>
                </a:effectLst>
                <a:latin typeface="+mn-ea"/>
              </a:rPr>
              <a:t>兴起与核心思路</a:t>
            </a:r>
            <a:endParaRPr lang="zh-CN" altLang="en-US" sz="2400" b="1" dirty="0">
              <a:solidFill>
                <a:schemeClr val="bg1"/>
              </a:solidFill>
              <a:effectLst>
                <a:outerShdw blurRad="38100" dist="38100" dir="2700000" algn="tl">
                  <a:srgbClr val="000000">
                    <a:alpha val="43137"/>
                  </a:srgbClr>
                </a:outerShdw>
              </a:effectLst>
              <a:latin typeface="+mn-ea"/>
            </a:endParaRPr>
          </a:p>
        </p:txBody>
      </p:sp>
      <p:sp>
        <p:nvSpPr>
          <p:cNvPr id="5" name="矩形 4"/>
          <p:cNvSpPr/>
          <p:nvPr/>
        </p:nvSpPr>
        <p:spPr>
          <a:xfrm>
            <a:off x="1118262" y="2049817"/>
            <a:ext cx="2519155" cy="895270"/>
          </a:xfrm>
          <a:prstGeom prst="rect">
            <a:avLst/>
          </a:prstGeom>
          <a:ln>
            <a:noFill/>
          </a:ln>
        </p:spPr>
        <p:txBody>
          <a:bodyPr wrap="square" lIns="91440" tIns="45720" rIns="91440" bIns="45720" anchor="t">
            <a:noAutofit/>
          </a:bodyPr>
          <a:lstStyle/>
          <a:p>
            <a:pPr>
              <a:lnSpc>
                <a:spcPct val="130000"/>
              </a:lnSpc>
            </a:pPr>
            <a:endParaRPr lang="zh-CN" altLang="en-US" dirty="0">
              <a:latin typeface="+mn-ea"/>
            </a:endParaRPr>
          </a:p>
        </p:txBody>
      </p:sp>
      <p:sp>
        <p:nvSpPr>
          <p:cNvPr id="6" name="矩形 5"/>
          <p:cNvSpPr/>
          <p:nvPr/>
        </p:nvSpPr>
        <p:spPr>
          <a:xfrm>
            <a:off x="4453462" y="1023104"/>
            <a:ext cx="3285075" cy="4612151"/>
          </a:xfrm>
          <a:prstGeom prst="rect">
            <a:avLst/>
          </a:prstGeom>
          <a:solidFill>
            <a:schemeClr val="bg2">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latin typeface="+mn-ea"/>
            </a:endParaRPr>
          </a:p>
        </p:txBody>
      </p:sp>
      <p:sp>
        <p:nvSpPr>
          <p:cNvPr id="7" name="矩形 6"/>
          <p:cNvSpPr/>
          <p:nvPr/>
        </p:nvSpPr>
        <p:spPr>
          <a:xfrm>
            <a:off x="4453461" y="984626"/>
            <a:ext cx="3285075" cy="856211"/>
          </a:xfrm>
          <a:prstGeom prst="rect">
            <a:avLst/>
          </a:prstGeom>
          <a:solidFill>
            <a:schemeClr val="accent3"/>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a:r>
              <a:rPr lang="zh-CN" altLang="en-US" sz="2400" b="1" dirty="0">
                <a:solidFill>
                  <a:schemeClr val="bg1"/>
                </a:solidFill>
                <a:effectLst>
                  <a:outerShdw blurRad="38100" dist="38100" dir="2700000" algn="tl">
                    <a:srgbClr val="000000">
                      <a:alpha val="43137"/>
                    </a:srgbClr>
                  </a:outerShdw>
                </a:effectLst>
                <a:latin typeface="+mn-ea"/>
              </a:rPr>
              <a:t>发展与更新</a:t>
            </a:r>
            <a:endParaRPr lang="zh-CN" altLang="en-US" sz="2400" b="1" dirty="0">
              <a:solidFill>
                <a:schemeClr val="bg1"/>
              </a:solidFill>
              <a:effectLst>
                <a:outerShdw blurRad="38100" dist="38100" dir="2700000" algn="tl">
                  <a:srgbClr val="000000">
                    <a:alpha val="43137"/>
                  </a:srgbClr>
                </a:outerShdw>
              </a:effectLst>
              <a:latin typeface="+mn-ea"/>
            </a:endParaRPr>
          </a:p>
        </p:txBody>
      </p:sp>
      <p:sp>
        <p:nvSpPr>
          <p:cNvPr id="10" name="矩形 9"/>
          <p:cNvSpPr/>
          <p:nvPr/>
        </p:nvSpPr>
        <p:spPr>
          <a:xfrm>
            <a:off x="8202075" y="1193226"/>
            <a:ext cx="3285075" cy="4442029"/>
          </a:xfrm>
          <a:prstGeom prst="rect">
            <a:avLst/>
          </a:prstGeom>
          <a:solidFill>
            <a:schemeClr val="bg2">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latin typeface="+mn-ea"/>
            </a:endParaRPr>
          </a:p>
        </p:txBody>
      </p:sp>
      <p:sp>
        <p:nvSpPr>
          <p:cNvPr id="11" name="矩形 10"/>
          <p:cNvSpPr/>
          <p:nvPr/>
        </p:nvSpPr>
        <p:spPr>
          <a:xfrm>
            <a:off x="8202075" y="1023104"/>
            <a:ext cx="3285075" cy="817733"/>
          </a:xfrm>
          <a:prstGeom prst="rect">
            <a:avLst/>
          </a:prstGeom>
          <a:solidFill>
            <a:schemeClr val="accent3"/>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a:r>
              <a:rPr lang="zh-CN" altLang="en-US" sz="2400" b="1" dirty="0">
                <a:solidFill>
                  <a:schemeClr val="bg1"/>
                </a:solidFill>
                <a:effectLst>
                  <a:outerShdw blurRad="38100" dist="38100" dir="2700000" algn="tl">
                    <a:srgbClr val="000000">
                      <a:alpha val="43137"/>
                    </a:srgbClr>
                  </a:outerShdw>
                </a:effectLst>
                <a:latin typeface="+mn-ea"/>
              </a:rPr>
              <a:t>工业界实践</a:t>
            </a:r>
            <a:endParaRPr lang="zh-CN" altLang="en-US" sz="2400" b="1" dirty="0">
              <a:solidFill>
                <a:schemeClr val="bg1"/>
              </a:solidFill>
              <a:effectLst>
                <a:outerShdw blurRad="38100" dist="38100" dir="2700000" algn="tl">
                  <a:srgbClr val="000000">
                    <a:alpha val="43137"/>
                  </a:srgbClr>
                </a:outerShdw>
              </a:effectLst>
              <a:latin typeface="+mn-ea"/>
            </a:endParaRPr>
          </a:p>
        </p:txBody>
      </p:sp>
      <p:sp>
        <p:nvSpPr>
          <p:cNvPr id="14" name="矩形 13"/>
          <p:cNvSpPr/>
          <p:nvPr/>
        </p:nvSpPr>
        <p:spPr>
          <a:xfrm>
            <a:off x="625646" y="1931615"/>
            <a:ext cx="3249208" cy="3562400"/>
          </a:xfrm>
          <a:prstGeom prst="rect">
            <a:avLst/>
          </a:prstGeom>
          <a:ln>
            <a:noFill/>
          </a:ln>
        </p:spPr>
        <p:txBody>
          <a:bodyPr wrap="square" lIns="91440" tIns="45720" rIns="91440" bIns="45720" anchor="t">
            <a:noAutofit/>
          </a:bodyPr>
          <a:lstStyle/>
          <a:p>
            <a:pPr>
              <a:lnSpc>
                <a:spcPct val="130000"/>
              </a:lnSpc>
            </a:pPr>
            <a:r>
              <a:rPr lang="zh-CN" altLang="en-US" dirty="0">
                <a:latin typeface="+mn-ea"/>
              </a:rPr>
              <a:t>将推荐任务重新定义为一个序列生成问题，直接使用</a:t>
            </a:r>
            <a:r>
              <a:rPr lang="en-US" altLang="zh-CN" dirty="0">
                <a:latin typeface="+mn-ea"/>
              </a:rPr>
              <a:t>Transformer</a:t>
            </a:r>
            <a:r>
              <a:rPr lang="zh-CN" altLang="en-US" dirty="0">
                <a:latin typeface="+mn-ea"/>
              </a:rPr>
              <a:t>架构的模型建模历史序列，并直接生成下一个物品的语义</a:t>
            </a:r>
            <a:r>
              <a:rPr lang="en-US" altLang="zh-CN" dirty="0">
                <a:latin typeface="+mn-ea"/>
              </a:rPr>
              <a:t>ID.</a:t>
            </a:r>
            <a:endParaRPr lang="en-US" altLang="zh-CN" dirty="0">
              <a:latin typeface="+mn-ea"/>
            </a:endParaRPr>
          </a:p>
          <a:p>
            <a:pPr>
              <a:lnSpc>
                <a:spcPct val="130000"/>
              </a:lnSpc>
            </a:pPr>
            <a:endParaRPr lang="en-US" altLang="zh-CN" dirty="0">
              <a:latin typeface="+mn-ea"/>
            </a:endParaRPr>
          </a:p>
          <a:p>
            <a:pPr>
              <a:lnSpc>
                <a:spcPct val="130000"/>
              </a:lnSpc>
            </a:pPr>
            <a:r>
              <a:rPr lang="zh-CN" altLang="en-US" dirty="0">
                <a:latin typeface="+mn-ea"/>
              </a:rPr>
              <a:t>代表工作如</a:t>
            </a:r>
            <a:r>
              <a:rPr lang="en-US" altLang="zh-CN" dirty="0">
                <a:latin typeface="+mn-ea"/>
              </a:rPr>
              <a:t>TIGER.</a:t>
            </a:r>
            <a:r>
              <a:rPr lang="zh-CN" altLang="en-US" dirty="0">
                <a:latin typeface="+mn-ea"/>
              </a:rPr>
              <a:t> 它明确提出了一种单阶段的推荐模型，直接生成候选物品标识，而非通过向量检索。 </a:t>
            </a:r>
            <a:endParaRPr lang="zh-CN" altLang="en-US" dirty="0">
              <a:latin typeface="+mn-ea"/>
            </a:endParaRPr>
          </a:p>
        </p:txBody>
      </p:sp>
      <p:sp>
        <p:nvSpPr>
          <p:cNvPr id="22" name="矩形 21"/>
          <p:cNvSpPr/>
          <p:nvPr/>
        </p:nvSpPr>
        <p:spPr>
          <a:xfrm>
            <a:off x="4425149" y="1951476"/>
            <a:ext cx="3239016" cy="3239432"/>
          </a:xfrm>
          <a:prstGeom prst="rect">
            <a:avLst/>
          </a:prstGeom>
          <a:ln>
            <a:noFill/>
          </a:ln>
        </p:spPr>
        <p:txBody>
          <a:bodyPr wrap="square" lIns="91440" tIns="45720" rIns="91440" bIns="45720" anchor="t">
            <a:noAutofit/>
          </a:bodyPr>
          <a:lstStyle/>
          <a:p>
            <a:pPr>
              <a:lnSpc>
                <a:spcPct val="130000"/>
              </a:lnSpc>
            </a:pPr>
            <a:r>
              <a:rPr lang="zh-CN" altLang="en-US" dirty="0">
                <a:latin typeface="+mn-ea"/>
              </a:rPr>
              <a:t>多数工作基于</a:t>
            </a:r>
            <a:r>
              <a:rPr lang="en-US" altLang="zh-CN" dirty="0">
                <a:latin typeface="+mn-ea"/>
              </a:rPr>
              <a:t>TIGER</a:t>
            </a:r>
            <a:r>
              <a:rPr lang="zh-CN" altLang="en-US" dirty="0">
                <a:latin typeface="+mn-ea"/>
              </a:rPr>
              <a:t>进行改进</a:t>
            </a:r>
            <a:endParaRPr lang="en-US" altLang="zh-CN" dirty="0">
              <a:latin typeface="+mn-ea"/>
            </a:endParaRPr>
          </a:p>
          <a:p>
            <a:pPr marL="285750" indent="-285750">
              <a:lnSpc>
                <a:spcPct val="130000"/>
              </a:lnSpc>
              <a:buFontTx/>
              <a:buChar char="-"/>
            </a:pPr>
            <a:r>
              <a:rPr lang="zh-CN" altLang="en-US" dirty="0">
                <a:latin typeface="+mn-ea"/>
              </a:rPr>
              <a:t>优化索引生成和推荐表现 （</a:t>
            </a:r>
            <a:r>
              <a:rPr lang="en-US" altLang="zh-CN" dirty="0">
                <a:latin typeface="+mn-ea"/>
              </a:rPr>
              <a:t>e.g.</a:t>
            </a:r>
            <a:r>
              <a:rPr lang="zh-CN" altLang="en-US" dirty="0">
                <a:latin typeface="+mn-ea"/>
              </a:rPr>
              <a:t> </a:t>
            </a:r>
            <a:r>
              <a:rPr lang="en-US" altLang="zh-CN" dirty="0">
                <a:latin typeface="+mn-ea"/>
              </a:rPr>
              <a:t>LETTER</a:t>
            </a:r>
            <a:r>
              <a:rPr lang="zh-CN" altLang="en-US" dirty="0">
                <a:latin typeface="+mn-ea"/>
              </a:rPr>
              <a:t>）</a:t>
            </a:r>
            <a:endParaRPr lang="en-US" altLang="zh-CN" dirty="0">
              <a:latin typeface="+mn-ea"/>
            </a:endParaRPr>
          </a:p>
          <a:p>
            <a:pPr marL="285750" indent="-285750">
              <a:lnSpc>
                <a:spcPct val="130000"/>
              </a:lnSpc>
              <a:buFontTx/>
              <a:buChar char="-"/>
            </a:pPr>
            <a:r>
              <a:rPr lang="zh-CN" altLang="en-US" dirty="0">
                <a:latin typeface="+mn-ea"/>
              </a:rPr>
              <a:t>将语义与协同信号结合 （</a:t>
            </a:r>
            <a:r>
              <a:rPr lang="en-US" altLang="zh-CN" dirty="0">
                <a:latin typeface="+mn-ea"/>
              </a:rPr>
              <a:t>e.g.</a:t>
            </a:r>
            <a:r>
              <a:rPr lang="zh-CN" altLang="en-US" dirty="0">
                <a:latin typeface="+mn-ea"/>
              </a:rPr>
              <a:t> </a:t>
            </a:r>
            <a:r>
              <a:rPr lang="en-US" altLang="zh-CN" dirty="0">
                <a:latin typeface="+mn-ea"/>
              </a:rPr>
              <a:t>EAGER</a:t>
            </a:r>
            <a:r>
              <a:rPr lang="zh-CN" altLang="en-US" dirty="0">
                <a:latin typeface="+mn-ea"/>
              </a:rPr>
              <a:t>）</a:t>
            </a:r>
            <a:endParaRPr lang="en-US" altLang="zh-CN" dirty="0">
              <a:latin typeface="+mn-ea"/>
            </a:endParaRPr>
          </a:p>
          <a:p>
            <a:pPr marL="285750" indent="-285750">
              <a:lnSpc>
                <a:spcPct val="130000"/>
              </a:lnSpc>
              <a:buFontTx/>
              <a:buChar char="-"/>
            </a:pPr>
            <a:r>
              <a:rPr lang="zh-CN" altLang="en-US" dirty="0">
                <a:latin typeface="+mn-ea"/>
              </a:rPr>
              <a:t>将基底模型切换为更大的</a:t>
            </a:r>
            <a:r>
              <a:rPr lang="en-US" altLang="zh-CN" dirty="0">
                <a:latin typeface="+mn-ea"/>
              </a:rPr>
              <a:t>LLM</a:t>
            </a:r>
            <a:r>
              <a:rPr lang="zh-CN" altLang="en-US" dirty="0">
                <a:latin typeface="+mn-ea"/>
              </a:rPr>
              <a:t> </a:t>
            </a:r>
            <a:r>
              <a:rPr lang="en-US" altLang="zh-CN" dirty="0">
                <a:latin typeface="+mn-ea"/>
              </a:rPr>
              <a:t>(e.g.,</a:t>
            </a:r>
            <a:r>
              <a:rPr lang="zh-CN" altLang="en-US" dirty="0">
                <a:latin typeface="+mn-ea"/>
              </a:rPr>
              <a:t> </a:t>
            </a:r>
            <a:r>
              <a:rPr lang="en-US" altLang="zh-CN" dirty="0">
                <a:latin typeface="+mn-ea"/>
              </a:rPr>
              <a:t>LC-Rec)</a:t>
            </a:r>
            <a:endParaRPr lang="en-US" altLang="zh-CN" dirty="0">
              <a:latin typeface="+mn-ea"/>
            </a:endParaRPr>
          </a:p>
          <a:p>
            <a:pPr marL="285750" indent="-285750">
              <a:lnSpc>
                <a:spcPct val="130000"/>
              </a:lnSpc>
              <a:buFontTx/>
              <a:buChar char="-"/>
            </a:pPr>
            <a:r>
              <a:rPr lang="zh-CN" altLang="en-US" dirty="0">
                <a:latin typeface="+mn-ea"/>
              </a:rPr>
              <a:t>初步在多模态信息上探索生成式推荐（</a:t>
            </a:r>
            <a:r>
              <a:rPr lang="en-US" altLang="zh-CN" dirty="0">
                <a:latin typeface="+mn-ea"/>
              </a:rPr>
              <a:t>e.g.,</a:t>
            </a:r>
            <a:r>
              <a:rPr lang="zh-CN" altLang="en-US" dirty="0">
                <a:latin typeface="+mn-ea"/>
              </a:rPr>
              <a:t> </a:t>
            </a:r>
            <a:r>
              <a:rPr lang="en-US" altLang="zh-CN" dirty="0" err="1">
                <a:latin typeface="+mn-ea"/>
              </a:rPr>
              <a:t>MGCRec</a:t>
            </a:r>
            <a:r>
              <a:rPr lang="zh-CN" altLang="en-US" dirty="0">
                <a:latin typeface="+mn-ea"/>
              </a:rPr>
              <a:t>）</a:t>
            </a:r>
            <a:endParaRPr lang="en-US" altLang="zh-CN" dirty="0">
              <a:latin typeface="+mn-ea"/>
            </a:endParaRPr>
          </a:p>
        </p:txBody>
      </p:sp>
      <p:sp>
        <p:nvSpPr>
          <p:cNvPr id="23" name="矩形 22"/>
          <p:cNvSpPr/>
          <p:nvPr/>
        </p:nvSpPr>
        <p:spPr>
          <a:xfrm>
            <a:off x="8242773" y="1912127"/>
            <a:ext cx="3239016" cy="3718213"/>
          </a:xfrm>
          <a:prstGeom prst="rect">
            <a:avLst/>
          </a:prstGeom>
          <a:ln>
            <a:noFill/>
          </a:ln>
        </p:spPr>
        <p:txBody>
          <a:bodyPr wrap="square" lIns="91440" tIns="45720" rIns="91440" bIns="45720" anchor="t">
            <a:noAutofit/>
          </a:bodyPr>
          <a:lstStyle/>
          <a:p>
            <a:pPr>
              <a:lnSpc>
                <a:spcPct val="130000"/>
              </a:lnSpc>
            </a:pPr>
            <a:r>
              <a:rPr lang="zh-CN" altLang="en-US" dirty="0">
                <a:latin typeface="+mn-ea"/>
              </a:rPr>
              <a:t>工业界对生成式推荐范式进行了更深入的探索和研究</a:t>
            </a:r>
            <a:endParaRPr lang="en-US" altLang="zh-CN" dirty="0">
              <a:latin typeface="+mn-ea"/>
            </a:endParaRPr>
          </a:p>
          <a:p>
            <a:pPr marL="285750" indent="-285750">
              <a:lnSpc>
                <a:spcPct val="130000"/>
              </a:lnSpc>
              <a:buFontTx/>
              <a:buChar char="-"/>
            </a:pPr>
            <a:r>
              <a:rPr lang="zh-CN" altLang="en-US" dirty="0">
                <a:latin typeface="+mn-ea"/>
              </a:rPr>
              <a:t>快手提出的 </a:t>
            </a:r>
            <a:r>
              <a:rPr lang="en-US" altLang="zh-CN" dirty="0" err="1">
                <a:latin typeface="+mn-ea"/>
              </a:rPr>
              <a:t>OneRec</a:t>
            </a:r>
            <a:r>
              <a:rPr lang="zh-CN" altLang="en-US" dirty="0">
                <a:latin typeface="+mn-ea"/>
              </a:rPr>
              <a:t>系列，包括</a:t>
            </a:r>
            <a:r>
              <a:rPr lang="en-US" altLang="zh-CN" dirty="0" err="1">
                <a:latin typeface="+mn-ea"/>
              </a:rPr>
              <a:t>OneRec</a:t>
            </a:r>
            <a:r>
              <a:rPr lang="en-US" altLang="zh-CN" dirty="0">
                <a:latin typeface="+mn-ea"/>
              </a:rPr>
              <a:t>,</a:t>
            </a:r>
            <a:r>
              <a:rPr lang="zh-CN" altLang="en-US" dirty="0">
                <a:latin typeface="+mn-ea"/>
              </a:rPr>
              <a:t> </a:t>
            </a:r>
            <a:r>
              <a:rPr lang="en-US" altLang="zh-CN" dirty="0" err="1">
                <a:latin typeface="+mn-ea"/>
              </a:rPr>
              <a:t>OneSearch</a:t>
            </a:r>
            <a:r>
              <a:rPr lang="zh-CN" altLang="en-US" dirty="0">
                <a:latin typeface="+mn-ea"/>
              </a:rPr>
              <a:t>等。最近也开源了</a:t>
            </a:r>
            <a:r>
              <a:rPr lang="en-US" altLang="zh-CN" dirty="0" err="1">
                <a:solidFill>
                  <a:srgbClr val="FF0000"/>
                </a:solidFill>
                <a:latin typeface="+mn-ea"/>
              </a:rPr>
              <a:t>OpenOneRec</a:t>
            </a:r>
            <a:r>
              <a:rPr lang="en-US" altLang="zh-CN" dirty="0">
                <a:solidFill>
                  <a:srgbClr val="FF0000"/>
                </a:solidFill>
                <a:latin typeface="+mn-ea"/>
              </a:rPr>
              <a:t>.</a:t>
            </a:r>
            <a:r>
              <a:rPr lang="zh-CN" altLang="en-US" dirty="0">
                <a:solidFill>
                  <a:srgbClr val="FF0000"/>
                </a:solidFill>
                <a:latin typeface="+mn-ea"/>
              </a:rPr>
              <a:t> 主要的技术路线为大规模的预训练</a:t>
            </a:r>
            <a:r>
              <a:rPr lang="en-US" altLang="zh-CN" dirty="0">
                <a:solidFill>
                  <a:srgbClr val="FF0000"/>
                </a:solidFill>
                <a:latin typeface="+mn-ea"/>
              </a:rPr>
              <a:t>+SFT</a:t>
            </a:r>
            <a:r>
              <a:rPr lang="zh-CN" altLang="en-US" dirty="0">
                <a:solidFill>
                  <a:srgbClr val="FF0000"/>
                </a:solidFill>
                <a:latin typeface="+mn-ea"/>
              </a:rPr>
              <a:t>和</a:t>
            </a:r>
            <a:r>
              <a:rPr lang="en-US" altLang="zh-CN" dirty="0">
                <a:solidFill>
                  <a:srgbClr val="FF0000"/>
                </a:solidFill>
                <a:latin typeface="+mn-ea"/>
              </a:rPr>
              <a:t>RL</a:t>
            </a:r>
            <a:r>
              <a:rPr lang="zh-CN" altLang="en-US" dirty="0">
                <a:solidFill>
                  <a:srgbClr val="FF0000"/>
                </a:solidFill>
                <a:latin typeface="+mn-ea"/>
              </a:rPr>
              <a:t>的后训练阶段</a:t>
            </a:r>
            <a:endParaRPr lang="en-US" altLang="zh-CN" dirty="0">
              <a:solidFill>
                <a:srgbClr val="FF0000"/>
              </a:solidFill>
              <a:latin typeface="+mn-ea"/>
            </a:endParaRPr>
          </a:p>
          <a:p>
            <a:pPr marL="285750" indent="-285750">
              <a:lnSpc>
                <a:spcPct val="130000"/>
              </a:lnSpc>
              <a:buFontTx/>
              <a:buChar char="-"/>
            </a:pPr>
            <a:r>
              <a:rPr lang="zh-CN" altLang="en-US" dirty="0">
                <a:latin typeface="+mn-ea"/>
              </a:rPr>
              <a:t>腾讯提出的</a:t>
            </a:r>
            <a:r>
              <a:rPr lang="en-US" altLang="zh-CN" dirty="0">
                <a:latin typeface="+mn-ea"/>
              </a:rPr>
              <a:t>GPR,</a:t>
            </a:r>
            <a:r>
              <a:rPr lang="zh-CN" altLang="en-US" dirty="0">
                <a:latin typeface="+mn-ea"/>
              </a:rPr>
              <a:t> 进行端到端的广告推荐</a:t>
            </a:r>
            <a:endParaRPr lang="en-GB" altLang="zh-CN" b="0" i="0" dirty="0">
              <a:solidFill>
                <a:srgbClr val="191B1F"/>
              </a:solidFill>
              <a:effectLst/>
              <a:latin typeface="-apple-system"/>
            </a:endParaRPr>
          </a:p>
          <a:p>
            <a:pPr marL="285750" indent="-285750">
              <a:lnSpc>
                <a:spcPct val="130000"/>
              </a:lnSpc>
              <a:buFontTx/>
              <a:buChar char="-"/>
            </a:pPr>
            <a:endParaRPr lang="en-US" altLang="zh-CN" dirty="0">
              <a:solidFill>
                <a:srgbClr val="FF0000"/>
              </a:solidFill>
              <a:latin typeface="+mn-ea"/>
            </a:endParaRPr>
          </a:p>
          <a:p>
            <a:pPr marL="285750" indent="-285750">
              <a:lnSpc>
                <a:spcPct val="130000"/>
              </a:lnSpc>
              <a:buFontTx/>
              <a:buChar char="-"/>
            </a:pPr>
            <a:endParaRPr lang="en-US" altLang="zh-CN" dirty="0">
              <a:solidFill>
                <a:srgbClr val="FF0000"/>
              </a:solidFill>
              <a:latin typeface="+mn-ea"/>
            </a:endParaRPr>
          </a:p>
          <a:p>
            <a:pPr>
              <a:lnSpc>
                <a:spcPct val="130000"/>
              </a:lnSpc>
            </a:pPr>
            <a:endParaRPr lang="en-US" altLang="zh-CN" dirty="0">
              <a:solidFill>
                <a:srgbClr val="FF0000"/>
              </a:solidFill>
              <a:latin typeface="+mn-ea"/>
            </a:endParaRPr>
          </a:p>
          <a:p>
            <a:pPr marL="285750" indent="-285750">
              <a:lnSpc>
                <a:spcPct val="130000"/>
              </a:lnSpc>
              <a:buFontTx/>
              <a:buChar char="-"/>
            </a:pPr>
            <a:endParaRPr lang="en-US" altLang="zh-CN" dirty="0">
              <a:latin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1"/>
          <p:cNvSpPr txBox="1"/>
          <p:nvPr/>
        </p:nvSpPr>
        <p:spPr>
          <a:xfrm>
            <a:off x="5943600" y="1908279"/>
            <a:ext cx="5467350" cy="1638300"/>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9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dirty="0"/>
              <a:t>进展概括</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课题一：中期交付目标</a:t>
            </a:r>
            <a:r>
              <a:rPr lang="en-US" altLang="zh-CN" dirty="0"/>
              <a:t>VS</a:t>
            </a:r>
            <a:r>
              <a:rPr lang="zh-CN" altLang="en-US" dirty="0"/>
              <a:t>实际完成情况</a:t>
            </a:r>
            <a:endParaRPr lang="zh-CN" altLang="en-US" dirty="0"/>
          </a:p>
        </p:txBody>
      </p:sp>
      <p:graphicFrame>
        <p:nvGraphicFramePr>
          <p:cNvPr id="4" name="表格 3"/>
          <p:cNvGraphicFramePr>
            <a:graphicFrameLocks noGrp="1"/>
          </p:cNvGraphicFramePr>
          <p:nvPr/>
        </p:nvGraphicFramePr>
        <p:xfrm>
          <a:off x="903766" y="1137684"/>
          <a:ext cx="10292318" cy="4935936"/>
        </p:xfrm>
        <a:graphic>
          <a:graphicData uri="http://schemas.openxmlformats.org/drawingml/2006/table">
            <a:tbl>
              <a:tblPr firstRow="1" bandRow="1">
                <a:tableStyleId>{5C22544A-7EE6-4342-B048-85BDC9FD1C3A}</a:tableStyleId>
              </a:tblPr>
              <a:tblGrid>
                <a:gridCol w="5146159"/>
                <a:gridCol w="5146159"/>
              </a:tblGrid>
              <a:tr h="707825">
                <a:tc>
                  <a:txBody>
                    <a:bodyPr/>
                    <a:lstStyle/>
                    <a:p>
                      <a:pPr algn="ctr"/>
                      <a:r>
                        <a:rPr lang="zh-CN" altLang="en-US" dirty="0">
                          <a:solidFill>
                            <a:srgbClr val="FF0000"/>
                          </a:solidFill>
                        </a:rPr>
                        <a:t>计划目标</a:t>
                      </a:r>
                      <a:endParaRPr lang="zh-CN" altLang="en-US" dirty="0">
                        <a:solidFill>
                          <a:srgbClr val="FF0000"/>
                        </a:solidFill>
                      </a:endParaRPr>
                    </a:p>
                  </a:txBody>
                  <a:tcPr/>
                </a:tc>
                <a:tc>
                  <a:txBody>
                    <a:bodyPr/>
                    <a:lstStyle/>
                    <a:p>
                      <a:pPr algn="ctr"/>
                      <a:r>
                        <a:rPr lang="zh-CN" altLang="en-US" dirty="0">
                          <a:solidFill>
                            <a:srgbClr val="FF0000"/>
                          </a:solidFill>
                        </a:rPr>
                        <a:t>实际完成</a:t>
                      </a:r>
                      <a:endParaRPr lang="zh-CN" altLang="en-US" dirty="0">
                        <a:solidFill>
                          <a:srgbClr val="FF0000"/>
                        </a:solidFill>
                      </a:endParaRPr>
                    </a:p>
                  </a:txBody>
                  <a:tcPr/>
                </a:tc>
              </a:tr>
              <a:tr h="610612">
                <a:tc>
                  <a:txBody>
                    <a:bodyPr/>
                    <a:lstStyle/>
                    <a:p>
                      <a:pPr algn="ctr"/>
                      <a:endParaRPr lang="en-US" altLang="zh-CN" dirty="0"/>
                    </a:p>
                    <a:p>
                      <a:pPr algn="ctr"/>
                      <a:r>
                        <a:rPr lang="zh-CN" altLang="en-US" dirty="0"/>
                        <a:t>相关方向的总体调研</a:t>
                      </a:r>
                      <a:endParaRPr lang="zh-CN" altLang="en-US" dirty="0"/>
                    </a:p>
                  </a:txBody>
                  <a:tcPr/>
                </a:tc>
                <a:tc>
                  <a:txBody>
                    <a:bodyPr/>
                    <a:lstStyle/>
                    <a:p>
                      <a:pPr algn="ctr"/>
                      <a:r>
                        <a:rPr lang="zh-CN" altLang="en-US" dirty="0"/>
                        <a:t>完成了对生成式推荐领域，学术和工业界进展的调研</a:t>
                      </a:r>
                      <a:endParaRPr lang="zh-CN" altLang="en-US" dirty="0"/>
                    </a:p>
                  </a:txBody>
                  <a:tcPr/>
                </a:tc>
              </a:tr>
              <a:tr h="682913">
                <a:tc>
                  <a:txBody>
                    <a:bodyPr/>
                    <a:lstStyle/>
                    <a:p>
                      <a:pPr algn="ctr"/>
                      <a:endParaRPr lang="en-US" altLang="zh-CN" dirty="0"/>
                    </a:p>
                    <a:p>
                      <a:pPr algn="ctr"/>
                      <a:r>
                        <a:rPr lang="zh-CN" altLang="en-US" dirty="0"/>
                        <a:t>核心基线结果的复现</a:t>
                      </a:r>
                      <a:endParaRPr lang="zh-CN" altLang="en-US" dirty="0"/>
                    </a:p>
                  </a:txBody>
                  <a:tcPr/>
                </a:tc>
                <a:tc>
                  <a:txBody>
                    <a:bodyPr/>
                    <a:lstStyle/>
                    <a:p>
                      <a:pPr algn="ctr"/>
                      <a:r>
                        <a:rPr lang="zh-CN" altLang="en-US" dirty="0"/>
                        <a:t>对核心基线</a:t>
                      </a:r>
                      <a:r>
                        <a:rPr lang="en-US" altLang="zh-CN" dirty="0"/>
                        <a:t>TIGER,LC-Rec,</a:t>
                      </a:r>
                      <a:r>
                        <a:rPr lang="zh-CN" altLang="en-US" dirty="0"/>
                        <a:t> </a:t>
                      </a:r>
                      <a:r>
                        <a:rPr lang="en-US" altLang="zh-CN" dirty="0" err="1"/>
                        <a:t>MGCRec</a:t>
                      </a:r>
                      <a:r>
                        <a:rPr lang="zh-CN" altLang="en-US" dirty="0"/>
                        <a:t>等结果进行了成功复现</a:t>
                      </a:r>
                      <a:endParaRPr lang="zh-CN" altLang="en-US" dirty="0"/>
                    </a:p>
                  </a:txBody>
                  <a:tcPr/>
                </a:tc>
              </a:tr>
              <a:tr h="70782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t>大模型内容生成和表征算法</a:t>
                      </a:r>
                      <a:endParaRPr lang="zh-CN" altLang="en-US" dirty="0"/>
                    </a:p>
                  </a:txBody>
                  <a:tcPr/>
                </a:tc>
                <a:tc>
                  <a:txBody>
                    <a:bodyPr/>
                    <a:lstStyle/>
                    <a:p>
                      <a:pPr algn="ctr"/>
                      <a:r>
                        <a:rPr lang="zh-CN" altLang="en-US" dirty="0"/>
                        <a:t>针对现有生成式推荐的问题，进行了核心的算法设计</a:t>
                      </a:r>
                      <a:endParaRPr lang="zh-CN" altLang="en-US" dirty="0"/>
                    </a:p>
                  </a:txBody>
                  <a:tcPr/>
                </a:tc>
              </a:tr>
              <a:tr h="70782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t>方案配套可执行代码</a:t>
                      </a:r>
                      <a:endParaRPr lang="zh-CN" altLang="en-US" dirty="0"/>
                    </a:p>
                    <a:p>
                      <a:pPr algn="ctr"/>
                      <a:endParaRPr lang="zh-CN" altLang="en-US" dirty="0"/>
                    </a:p>
                  </a:txBody>
                  <a:tcPr/>
                </a:tc>
                <a:tc>
                  <a:txBody>
                    <a:bodyPr/>
                    <a:lstStyle/>
                    <a:p>
                      <a:pPr algn="ctr"/>
                      <a:r>
                        <a:rPr lang="zh-CN" altLang="en-US" dirty="0"/>
                        <a:t>完成了生成式推荐</a:t>
                      </a:r>
                      <a:r>
                        <a:rPr lang="en-US" altLang="zh-CN" dirty="0"/>
                        <a:t>Pipeline</a:t>
                      </a:r>
                      <a:r>
                        <a:rPr lang="zh-CN" altLang="en-US" dirty="0"/>
                        <a:t>的完整搭建和实现，对于现有的方案实现了完整的代码框架</a:t>
                      </a:r>
                      <a:endParaRPr lang="zh-CN" altLang="en-US" dirty="0"/>
                    </a:p>
                  </a:txBody>
                  <a:tcPr/>
                </a:tc>
              </a:tr>
              <a:tr h="781643">
                <a:tc>
                  <a:txBody>
                    <a:bodyPr/>
                    <a:lstStyle/>
                    <a:p>
                      <a:pPr algn="ctr"/>
                      <a:r>
                        <a:rPr lang="zh-CN" altLang="en-US" b="1" dirty="0"/>
                        <a:t>公开数据集上相比基线的显著性能提升</a:t>
                      </a:r>
                      <a:endParaRPr lang="en-US" altLang="zh-CN" b="1" dirty="0"/>
                    </a:p>
                    <a:p>
                      <a:pPr algn="ctr"/>
                      <a:r>
                        <a:rPr lang="zh-CN" altLang="en-US" b="1" dirty="0"/>
                        <a:t>（后续目标）</a:t>
                      </a:r>
                      <a:endParaRPr lang="zh-CN" altLang="en-US" b="1" dirty="0"/>
                    </a:p>
                  </a:txBody>
                  <a:tcPr/>
                </a:tc>
                <a:tc>
                  <a:txBody>
                    <a:bodyPr/>
                    <a:lstStyle/>
                    <a:p>
                      <a:pPr algn="ctr"/>
                      <a:r>
                        <a:rPr lang="zh-CN" altLang="en-US" dirty="0"/>
                        <a:t>目前相比基线已有明显的提升，但</a:t>
                      </a:r>
                      <a:r>
                        <a:rPr lang="en-US" altLang="zh-CN" dirty="0"/>
                        <a:t>RL</a:t>
                      </a:r>
                      <a:r>
                        <a:rPr lang="zh-CN" altLang="en-US" dirty="0"/>
                        <a:t>阶段的提升仍然有限，正在解决该问题</a:t>
                      </a:r>
                      <a:endParaRPr lang="zh-CN" altLang="en-US" dirty="0"/>
                    </a:p>
                  </a:txBody>
                  <a:tcPr/>
                </a:tc>
              </a:tr>
              <a:tr h="707825">
                <a:tc>
                  <a:txBody>
                    <a:bodyPr/>
                    <a:lstStyle/>
                    <a:p>
                      <a:pPr algn="ctr"/>
                      <a:r>
                        <a:rPr lang="zh-CN" altLang="en-US" b="1" dirty="0"/>
                        <a:t>创新点的验证实验，论文撰写和投稿</a:t>
                      </a:r>
                      <a:endParaRPr lang="en-US" altLang="zh-CN" b="1" dirty="0"/>
                    </a:p>
                    <a:p>
                      <a:pPr algn="ctr"/>
                      <a:r>
                        <a:rPr lang="zh-CN" altLang="en-US" b="1" dirty="0"/>
                        <a:t>（后续目标）</a:t>
                      </a:r>
                      <a:endParaRPr lang="zh-CN" altLang="en-US" b="1" dirty="0"/>
                    </a:p>
                  </a:txBody>
                  <a:tcPr/>
                </a:tc>
                <a:tc>
                  <a:txBody>
                    <a:bodyPr/>
                    <a:lstStyle/>
                    <a:p>
                      <a:pPr algn="ctr"/>
                      <a:r>
                        <a:rPr lang="zh-CN" altLang="en-US" dirty="0"/>
                        <a:t>正在同步进行创新点验证，计划完成后进行论文撰写和投稿</a:t>
                      </a:r>
                      <a:endParaRPr lang="zh-CN" altLang="en-US" dirty="0"/>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1"/>
          <p:cNvSpPr txBox="1"/>
          <p:nvPr/>
        </p:nvSpPr>
        <p:spPr>
          <a:xfrm>
            <a:off x="5943600" y="1908279"/>
            <a:ext cx="5467350" cy="1638300"/>
          </a:xfrm>
          <a:prstGeom prst="rect">
            <a:avLst/>
          </a:prstGeom>
        </p:spPr>
        <p:txBody>
          <a:bodyPr vert="horz" lIns="144000" tIns="144000" rIns="144000" bIns="144000" rtlCol="0" anchor="ctr" anchorCtr="0">
            <a:normAutofit/>
          </a:bodyPr>
          <a:lstStyle>
            <a:lvl1pPr marL="0" indent="0" algn="ctr" defTabSz="914400" rtl="0" eaLnBrk="1" latinLnBrk="0" hangingPunct="1">
              <a:lnSpc>
                <a:spcPct val="100000"/>
              </a:lnSpc>
              <a:spcBef>
                <a:spcPts val="1000"/>
              </a:spcBef>
              <a:buFont typeface="Arial" panose="020B060402020209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dirty="0"/>
              <a:t>核心技术路线</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课题一：生成式推荐大模型的训练流程</a:t>
            </a:r>
            <a:endParaRPr lang="zh-CN" altLang="en-US" dirty="0"/>
          </a:p>
        </p:txBody>
      </p:sp>
      <p:grpSp>
        <p:nvGrpSpPr>
          <p:cNvPr id="2" name="组合 1"/>
          <p:cNvGrpSpPr/>
          <p:nvPr/>
        </p:nvGrpSpPr>
        <p:grpSpPr>
          <a:xfrm>
            <a:off x="374573" y="1083601"/>
            <a:ext cx="11413475" cy="1329736"/>
            <a:chOff x="664939" y="4123509"/>
            <a:chExt cx="10927665" cy="1388151"/>
          </a:xfrm>
        </p:grpSpPr>
        <p:sp>
          <p:nvSpPr>
            <p:cNvPr id="4" name="任意多边形: 形状 3"/>
            <p:cNvSpPr/>
            <p:nvPr/>
          </p:nvSpPr>
          <p:spPr>
            <a:xfrm>
              <a:off x="664939" y="4123509"/>
              <a:ext cx="3095357" cy="1388151"/>
            </a:xfrm>
            <a:custGeom>
              <a:avLst/>
              <a:gdLst>
                <a:gd name="connsiteX0" fmla="*/ 0 w 3095357"/>
                <a:gd name="connsiteY0" fmla="*/ 0 h 1388151"/>
                <a:gd name="connsiteX1" fmla="*/ 2401282 w 3095357"/>
                <a:gd name="connsiteY1" fmla="*/ 0 h 1388151"/>
                <a:gd name="connsiteX2" fmla="*/ 3095357 w 3095357"/>
                <a:gd name="connsiteY2" fmla="*/ 694076 h 1388151"/>
                <a:gd name="connsiteX3" fmla="*/ 2401282 w 3095357"/>
                <a:gd name="connsiteY3" fmla="*/ 1388151 h 1388151"/>
                <a:gd name="connsiteX4" fmla="*/ 0 w 3095357"/>
                <a:gd name="connsiteY4" fmla="*/ 1388151 h 1388151"/>
                <a:gd name="connsiteX5" fmla="*/ 694076 w 3095357"/>
                <a:gd name="connsiteY5" fmla="*/ 694076 h 1388151"/>
                <a:gd name="connsiteX6" fmla="*/ 0 w 3095357"/>
                <a:gd name="connsiteY6" fmla="*/ 0 h 1388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5357" h="1388151">
                  <a:moveTo>
                    <a:pt x="0" y="0"/>
                  </a:moveTo>
                  <a:lnTo>
                    <a:pt x="2401282" y="0"/>
                  </a:lnTo>
                  <a:lnTo>
                    <a:pt x="3095357" y="694076"/>
                  </a:lnTo>
                  <a:lnTo>
                    <a:pt x="2401282" y="1388151"/>
                  </a:lnTo>
                  <a:lnTo>
                    <a:pt x="0" y="1388151"/>
                  </a:lnTo>
                  <a:lnTo>
                    <a:pt x="694076" y="694076"/>
                  </a:lnTo>
                  <a:lnTo>
                    <a:pt x="0" y="0"/>
                  </a:lnTo>
                  <a:close/>
                </a:path>
              </a:pathLst>
            </a:custGeom>
            <a:solidFill>
              <a:schemeClr val="accent1"/>
            </a:solidFill>
          </p:spPr>
          <p:style>
            <a:lnRef idx="2">
              <a:schemeClr val="lt1">
                <a:hueOff val="0"/>
                <a:satOff val="0"/>
                <a:lumOff val="0"/>
                <a:alphaOff val="0"/>
              </a:schemeClr>
            </a:lnRef>
            <a:fillRef idx="1">
              <a:schemeClr val="accent6">
                <a:shade val="80000"/>
                <a:hueOff val="0"/>
                <a:satOff val="0"/>
                <a:lumOff val="0"/>
                <a:alphaOff val="0"/>
              </a:schemeClr>
            </a:fillRef>
            <a:effectRef idx="0">
              <a:schemeClr val="accent6">
                <a:shade val="80000"/>
                <a:hueOff val="0"/>
                <a:satOff val="0"/>
                <a:lumOff val="0"/>
                <a:alphaOff val="0"/>
              </a:schemeClr>
            </a:effectRef>
            <a:fontRef idx="minor">
              <a:schemeClr val="lt1"/>
            </a:fontRef>
          </p:style>
          <p:txBody>
            <a:bodyPr spcFirstLastPara="0" vert="horz" wrap="square" lIns="806090" tIns="37338" rIns="731413" bIns="37338" numCol="1" spcCol="1270" anchor="ctr" anchorCtr="0">
              <a:noAutofit/>
            </a:bodyPr>
            <a:lstStyle/>
            <a:p>
              <a:pPr marL="0" lvl="0" indent="0" algn="ctr" defTabSz="1244600">
                <a:lnSpc>
                  <a:spcPct val="100000"/>
                </a:lnSpc>
                <a:spcBef>
                  <a:spcPct val="0"/>
                </a:spcBef>
                <a:spcAft>
                  <a:spcPts val="0"/>
                </a:spcAft>
                <a:buNone/>
              </a:pPr>
              <a:r>
                <a:rPr lang="en-US" altLang="zh-CN" sz="2800" b="1" kern="1200" dirty="0">
                  <a:effectLst>
                    <a:outerShdw blurRad="38100" dist="38100" dir="2700000" algn="tl">
                      <a:srgbClr val="000000">
                        <a:alpha val="43137"/>
                      </a:srgbClr>
                    </a:outerShdw>
                  </a:effectLst>
                  <a:latin typeface="+mj-ea"/>
                  <a:ea typeface="+mj-ea"/>
                </a:rPr>
                <a:t>STEP 1</a:t>
              </a:r>
              <a:endParaRPr lang="en-US" altLang="zh-CN" sz="2800" b="1" kern="1200" dirty="0">
                <a:effectLst>
                  <a:outerShdw blurRad="38100" dist="38100" dir="2700000" algn="tl">
                    <a:srgbClr val="000000">
                      <a:alpha val="43137"/>
                    </a:srgbClr>
                  </a:outerShdw>
                </a:effectLst>
                <a:latin typeface="+mj-ea"/>
                <a:ea typeface="+mj-ea"/>
              </a:endParaRPr>
            </a:p>
            <a:p>
              <a:pPr marL="0" lvl="0" indent="0" algn="ctr" defTabSz="1244600">
                <a:lnSpc>
                  <a:spcPct val="100000"/>
                </a:lnSpc>
                <a:spcBef>
                  <a:spcPct val="0"/>
                </a:spcBef>
                <a:spcAft>
                  <a:spcPts val="0"/>
                </a:spcAft>
                <a:buNone/>
              </a:pPr>
              <a:r>
                <a:rPr lang="zh-CN" altLang="en-US" sz="2800" b="1" kern="1200" dirty="0">
                  <a:effectLst>
                    <a:outerShdw blurRad="38100" dist="38100" dir="2700000" algn="tl">
                      <a:srgbClr val="000000">
                        <a:alpha val="43137"/>
                      </a:srgbClr>
                    </a:outerShdw>
                  </a:effectLst>
                  <a:latin typeface="+mj-ea"/>
                  <a:ea typeface="+mj-ea"/>
                </a:rPr>
                <a:t>表征提取</a:t>
              </a:r>
              <a:endParaRPr lang="zh-CN" altLang="en-US" sz="2800" b="1" kern="1200" dirty="0">
                <a:effectLst>
                  <a:outerShdw blurRad="38100" dist="38100" dir="2700000" algn="tl">
                    <a:srgbClr val="000000">
                      <a:alpha val="43137"/>
                    </a:srgbClr>
                  </a:outerShdw>
                </a:effectLst>
                <a:latin typeface="+mj-ea"/>
                <a:ea typeface="+mj-ea"/>
              </a:endParaRPr>
            </a:p>
          </p:txBody>
        </p:sp>
        <p:sp>
          <p:nvSpPr>
            <p:cNvPr id="5" name="任意多边形: 形状 4"/>
            <p:cNvSpPr/>
            <p:nvPr/>
          </p:nvSpPr>
          <p:spPr>
            <a:xfrm>
              <a:off x="3470210" y="4123509"/>
              <a:ext cx="2900855" cy="1388151"/>
            </a:xfrm>
            <a:custGeom>
              <a:avLst/>
              <a:gdLst>
                <a:gd name="connsiteX0" fmla="*/ 0 w 2900855"/>
                <a:gd name="connsiteY0" fmla="*/ 0 h 1388151"/>
                <a:gd name="connsiteX1" fmla="*/ 2206780 w 2900855"/>
                <a:gd name="connsiteY1" fmla="*/ 0 h 1388151"/>
                <a:gd name="connsiteX2" fmla="*/ 2900855 w 2900855"/>
                <a:gd name="connsiteY2" fmla="*/ 694076 h 1388151"/>
                <a:gd name="connsiteX3" fmla="*/ 2206780 w 2900855"/>
                <a:gd name="connsiteY3" fmla="*/ 1388151 h 1388151"/>
                <a:gd name="connsiteX4" fmla="*/ 0 w 2900855"/>
                <a:gd name="connsiteY4" fmla="*/ 1388151 h 1388151"/>
                <a:gd name="connsiteX5" fmla="*/ 694076 w 2900855"/>
                <a:gd name="connsiteY5" fmla="*/ 694076 h 1388151"/>
                <a:gd name="connsiteX6" fmla="*/ 0 w 2900855"/>
                <a:gd name="connsiteY6" fmla="*/ 0 h 1388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00855" h="1388151">
                  <a:moveTo>
                    <a:pt x="0" y="0"/>
                  </a:moveTo>
                  <a:lnTo>
                    <a:pt x="2206780" y="0"/>
                  </a:lnTo>
                  <a:lnTo>
                    <a:pt x="2900855" y="694076"/>
                  </a:lnTo>
                  <a:lnTo>
                    <a:pt x="2206780" y="1388151"/>
                  </a:lnTo>
                  <a:lnTo>
                    <a:pt x="0" y="1388151"/>
                  </a:lnTo>
                  <a:lnTo>
                    <a:pt x="694076" y="694076"/>
                  </a:lnTo>
                  <a:lnTo>
                    <a:pt x="0" y="0"/>
                  </a:lnTo>
                  <a:close/>
                </a:path>
              </a:pathLst>
            </a:custGeom>
            <a:solidFill>
              <a:schemeClr val="accent1"/>
            </a:solidFill>
          </p:spPr>
          <p:style>
            <a:lnRef idx="2">
              <a:schemeClr val="lt1">
                <a:hueOff val="0"/>
                <a:satOff val="0"/>
                <a:lumOff val="0"/>
                <a:alphaOff val="0"/>
              </a:schemeClr>
            </a:lnRef>
            <a:fillRef idx="1">
              <a:schemeClr val="accent6">
                <a:shade val="80000"/>
                <a:hueOff val="107093"/>
                <a:satOff val="-4302"/>
                <a:lumOff val="9209"/>
                <a:alphaOff val="0"/>
              </a:schemeClr>
            </a:fillRef>
            <a:effectRef idx="0">
              <a:schemeClr val="accent6">
                <a:shade val="80000"/>
                <a:hueOff val="107093"/>
                <a:satOff val="-4302"/>
                <a:lumOff val="9209"/>
                <a:alphaOff val="0"/>
              </a:schemeClr>
            </a:effectRef>
            <a:fontRef idx="minor">
              <a:schemeClr val="lt1"/>
            </a:fontRef>
          </p:style>
          <p:txBody>
            <a:bodyPr spcFirstLastPara="0" vert="horz" wrap="square" lIns="806090" tIns="37338" rIns="731413" bIns="37338" numCol="1" spcCol="1270" anchor="ctr" anchorCtr="0">
              <a:noAutofit/>
            </a:bodyPr>
            <a:lstStyle/>
            <a:p>
              <a:pPr marL="0" lvl="0" indent="0" algn="ctr" defTabSz="1244600">
                <a:lnSpc>
                  <a:spcPct val="100000"/>
                </a:lnSpc>
                <a:spcBef>
                  <a:spcPct val="0"/>
                </a:spcBef>
                <a:spcAft>
                  <a:spcPts val="0"/>
                </a:spcAft>
                <a:buNone/>
              </a:pPr>
              <a:r>
                <a:rPr lang="en-US" altLang="zh-CN" sz="2800" b="1" kern="1200" dirty="0">
                  <a:effectLst>
                    <a:outerShdw blurRad="38100" dist="38100" dir="2700000" algn="tl">
                      <a:srgbClr val="000000">
                        <a:alpha val="43137"/>
                      </a:srgbClr>
                    </a:outerShdw>
                  </a:effectLst>
                  <a:latin typeface="+mj-ea"/>
                  <a:ea typeface="+mj-ea"/>
                </a:rPr>
                <a:t>STEP 2</a:t>
              </a:r>
              <a:endParaRPr lang="en-US" altLang="zh-CN" sz="2800" b="1" kern="1200" dirty="0">
                <a:effectLst>
                  <a:outerShdw blurRad="38100" dist="38100" dir="2700000" algn="tl">
                    <a:srgbClr val="000000">
                      <a:alpha val="43137"/>
                    </a:srgbClr>
                  </a:outerShdw>
                </a:effectLst>
                <a:latin typeface="+mj-ea"/>
                <a:ea typeface="+mj-ea"/>
              </a:endParaRPr>
            </a:p>
            <a:p>
              <a:pPr marL="0" lvl="0" indent="0" algn="ctr" defTabSz="1244600">
                <a:lnSpc>
                  <a:spcPct val="100000"/>
                </a:lnSpc>
                <a:spcBef>
                  <a:spcPct val="0"/>
                </a:spcBef>
                <a:spcAft>
                  <a:spcPts val="0"/>
                </a:spcAft>
                <a:buNone/>
              </a:pPr>
              <a:r>
                <a:rPr lang="zh-CN" altLang="en-US" sz="2800" b="1" dirty="0">
                  <a:effectLst>
                    <a:outerShdw blurRad="38100" dist="38100" dir="2700000" algn="tl">
                      <a:srgbClr val="000000">
                        <a:alpha val="43137"/>
                      </a:srgbClr>
                    </a:outerShdw>
                  </a:effectLst>
                  <a:latin typeface="+mj-ea"/>
                  <a:ea typeface="+mj-ea"/>
                </a:rPr>
                <a:t>离散化</a:t>
              </a:r>
              <a:endParaRPr lang="en-US" altLang="zh-CN" sz="2800" b="1" kern="1200" dirty="0">
                <a:effectLst>
                  <a:outerShdw blurRad="38100" dist="38100" dir="2700000" algn="tl">
                    <a:srgbClr val="000000">
                      <a:alpha val="43137"/>
                    </a:srgbClr>
                  </a:outerShdw>
                </a:effectLst>
                <a:latin typeface="+mj-ea"/>
                <a:ea typeface="+mj-ea"/>
              </a:endParaRPr>
            </a:p>
          </p:txBody>
        </p:sp>
        <p:sp>
          <p:nvSpPr>
            <p:cNvPr id="6" name="任意多边形: 形状 6"/>
            <p:cNvSpPr/>
            <p:nvPr/>
          </p:nvSpPr>
          <p:spPr>
            <a:xfrm>
              <a:off x="6080980" y="4123509"/>
              <a:ext cx="3095356" cy="1388151"/>
            </a:xfrm>
            <a:custGeom>
              <a:avLst/>
              <a:gdLst>
                <a:gd name="connsiteX0" fmla="*/ 0 w 2900855"/>
                <a:gd name="connsiteY0" fmla="*/ 0 h 1388151"/>
                <a:gd name="connsiteX1" fmla="*/ 2206780 w 2900855"/>
                <a:gd name="connsiteY1" fmla="*/ 0 h 1388151"/>
                <a:gd name="connsiteX2" fmla="*/ 2900855 w 2900855"/>
                <a:gd name="connsiteY2" fmla="*/ 694076 h 1388151"/>
                <a:gd name="connsiteX3" fmla="*/ 2206780 w 2900855"/>
                <a:gd name="connsiteY3" fmla="*/ 1388151 h 1388151"/>
                <a:gd name="connsiteX4" fmla="*/ 0 w 2900855"/>
                <a:gd name="connsiteY4" fmla="*/ 1388151 h 1388151"/>
                <a:gd name="connsiteX5" fmla="*/ 694076 w 2900855"/>
                <a:gd name="connsiteY5" fmla="*/ 694076 h 1388151"/>
                <a:gd name="connsiteX6" fmla="*/ 0 w 2900855"/>
                <a:gd name="connsiteY6" fmla="*/ 0 h 1388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00855" h="1388151">
                  <a:moveTo>
                    <a:pt x="0" y="0"/>
                  </a:moveTo>
                  <a:lnTo>
                    <a:pt x="2206780" y="0"/>
                  </a:lnTo>
                  <a:lnTo>
                    <a:pt x="2900855" y="694076"/>
                  </a:lnTo>
                  <a:lnTo>
                    <a:pt x="2206780" y="1388151"/>
                  </a:lnTo>
                  <a:lnTo>
                    <a:pt x="0" y="1388151"/>
                  </a:lnTo>
                  <a:lnTo>
                    <a:pt x="694076" y="694076"/>
                  </a:lnTo>
                  <a:lnTo>
                    <a:pt x="0" y="0"/>
                  </a:lnTo>
                  <a:close/>
                </a:path>
              </a:pathLst>
            </a:custGeom>
            <a:solidFill>
              <a:schemeClr val="accent1"/>
            </a:solidFill>
          </p:spPr>
          <p:style>
            <a:lnRef idx="2">
              <a:schemeClr val="lt1">
                <a:hueOff val="0"/>
                <a:satOff val="0"/>
                <a:lumOff val="0"/>
                <a:alphaOff val="0"/>
              </a:schemeClr>
            </a:lnRef>
            <a:fillRef idx="1">
              <a:schemeClr val="accent6">
                <a:shade val="80000"/>
                <a:hueOff val="214187"/>
                <a:satOff val="-8605"/>
                <a:lumOff val="18419"/>
                <a:alphaOff val="0"/>
              </a:schemeClr>
            </a:fillRef>
            <a:effectRef idx="0">
              <a:schemeClr val="accent6">
                <a:shade val="80000"/>
                <a:hueOff val="214187"/>
                <a:satOff val="-8605"/>
                <a:lumOff val="18419"/>
                <a:alphaOff val="0"/>
              </a:schemeClr>
            </a:effectRef>
            <a:fontRef idx="minor">
              <a:schemeClr val="lt1"/>
            </a:fontRef>
          </p:style>
          <p:txBody>
            <a:bodyPr spcFirstLastPara="0" vert="horz" wrap="square" lIns="806090" tIns="37338" rIns="731413" bIns="37338" numCol="1" spcCol="1270" anchor="ctr" anchorCtr="0">
              <a:noAutofit/>
            </a:bodyPr>
            <a:lstStyle/>
            <a:p>
              <a:pPr marL="0" lvl="0" indent="0" algn="ctr" defTabSz="1244600">
                <a:lnSpc>
                  <a:spcPct val="100000"/>
                </a:lnSpc>
                <a:spcBef>
                  <a:spcPct val="0"/>
                </a:spcBef>
                <a:spcAft>
                  <a:spcPts val="0"/>
                </a:spcAft>
                <a:buNone/>
              </a:pPr>
              <a:r>
                <a:rPr lang="en-US" altLang="zh-CN" sz="2800" b="1" kern="1200" dirty="0">
                  <a:effectLst>
                    <a:outerShdw blurRad="38100" dist="38100" dir="2700000" algn="tl">
                      <a:srgbClr val="000000">
                        <a:alpha val="43137"/>
                      </a:srgbClr>
                    </a:outerShdw>
                  </a:effectLst>
                  <a:latin typeface="+mj-ea"/>
                  <a:ea typeface="+mj-ea"/>
                </a:rPr>
                <a:t>STEP 3</a:t>
              </a:r>
              <a:endParaRPr lang="en-US" altLang="zh-CN" sz="2800" b="1" kern="1200" dirty="0">
                <a:effectLst>
                  <a:outerShdw blurRad="38100" dist="38100" dir="2700000" algn="tl">
                    <a:srgbClr val="000000">
                      <a:alpha val="43137"/>
                    </a:srgbClr>
                  </a:outerShdw>
                </a:effectLst>
                <a:latin typeface="+mj-ea"/>
                <a:ea typeface="+mj-ea"/>
              </a:endParaRPr>
            </a:p>
            <a:p>
              <a:pPr marL="0" lvl="0" indent="0" algn="ctr" defTabSz="1244600">
                <a:lnSpc>
                  <a:spcPct val="100000"/>
                </a:lnSpc>
                <a:spcBef>
                  <a:spcPct val="0"/>
                </a:spcBef>
                <a:spcAft>
                  <a:spcPts val="0"/>
                </a:spcAft>
                <a:buNone/>
              </a:pPr>
              <a:r>
                <a:rPr lang="zh-CN" altLang="en-US" sz="2800" b="1" dirty="0">
                  <a:effectLst>
                    <a:outerShdw blurRad="38100" dist="38100" dir="2700000" algn="tl">
                      <a:srgbClr val="000000">
                        <a:alpha val="43137"/>
                      </a:srgbClr>
                    </a:outerShdw>
                  </a:effectLst>
                  <a:latin typeface="+mj-ea"/>
                  <a:ea typeface="+mj-ea"/>
                </a:rPr>
                <a:t>监督微调</a:t>
              </a:r>
              <a:endParaRPr lang="en-US" altLang="zh-CN" sz="2800" b="1" kern="1200" dirty="0">
                <a:effectLst>
                  <a:outerShdw blurRad="38100" dist="38100" dir="2700000" algn="tl">
                    <a:srgbClr val="000000">
                      <a:alpha val="43137"/>
                    </a:srgbClr>
                  </a:outerShdw>
                </a:effectLst>
                <a:latin typeface="+mj-ea"/>
                <a:ea typeface="+mj-ea"/>
              </a:endParaRPr>
            </a:p>
          </p:txBody>
        </p:sp>
        <p:sp>
          <p:nvSpPr>
            <p:cNvPr id="7" name="任意多边形: 形状 7"/>
            <p:cNvSpPr/>
            <p:nvPr/>
          </p:nvSpPr>
          <p:spPr>
            <a:xfrm>
              <a:off x="8691749" y="4123509"/>
              <a:ext cx="2900855" cy="1388151"/>
            </a:xfrm>
            <a:custGeom>
              <a:avLst/>
              <a:gdLst>
                <a:gd name="connsiteX0" fmla="*/ 0 w 2900855"/>
                <a:gd name="connsiteY0" fmla="*/ 0 h 1388151"/>
                <a:gd name="connsiteX1" fmla="*/ 2206780 w 2900855"/>
                <a:gd name="connsiteY1" fmla="*/ 0 h 1388151"/>
                <a:gd name="connsiteX2" fmla="*/ 2900855 w 2900855"/>
                <a:gd name="connsiteY2" fmla="*/ 694076 h 1388151"/>
                <a:gd name="connsiteX3" fmla="*/ 2206780 w 2900855"/>
                <a:gd name="connsiteY3" fmla="*/ 1388151 h 1388151"/>
                <a:gd name="connsiteX4" fmla="*/ 0 w 2900855"/>
                <a:gd name="connsiteY4" fmla="*/ 1388151 h 1388151"/>
                <a:gd name="connsiteX5" fmla="*/ 694076 w 2900855"/>
                <a:gd name="connsiteY5" fmla="*/ 694076 h 1388151"/>
                <a:gd name="connsiteX6" fmla="*/ 0 w 2900855"/>
                <a:gd name="connsiteY6" fmla="*/ 0 h 1388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00855" h="1388151">
                  <a:moveTo>
                    <a:pt x="0" y="0"/>
                  </a:moveTo>
                  <a:lnTo>
                    <a:pt x="2206780" y="0"/>
                  </a:lnTo>
                  <a:lnTo>
                    <a:pt x="2900855" y="694076"/>
                  </a:lnTo>
                  <a:lnTo>
                    <a:pt x="2206780" y="1388151"/>
                  </a:lnTo>
                  <a:lnTo>
                    <a:pt x="0" y="1388151"/>
                  </a:lnTo>
                  <a:lnTo>
                    <a:pt x="694076" y="694076"/>
                  </a:lnTo>
                  <a:lnTo>
                    <a:pt x="0" y="0"/>
                  </a:lnTo>
                  <a:close/>
                </a:path>
              </a:pathLst>
            </a:custGeom>
            <a:solidFill>
              <a:schemeClr val="accent1"/>
            </a:solidFill>
            <a:ln>
              <a:noFill/>
            </a:ln>
          </p:spPr>
          <p:style>
            <a:lnRef idx="2">
              <a:schemeClr val="lt1">
                <a:hueOff val="0"/>
                <a:satOff val="0"/>
                <a:lumOff val="0"/>
                <a:alphaOff val="0"/>
              </a:schemeClr>
            </a:lnRef>
            <a:fillRef idx="1">
              <a:schemeClr val="accent6">
                <a:shade val="80000"/>
                <a:hueOff val="321280"/>
                <a:satOff val="-12908"/>
                <a:lumOff val="27628"/>
                <a:alphaOff val="0"/>
              </a:schemeClr>
            </a:fillRef>
            <a:effectRef idx="0">
              <a:schemeClr val="accent6">
                <a:shade val="80000"/>
                <a:hueOff val="321280"/>
                <a:satOff val="-12908"/>
                <a:lumOff val="27628"/>
                <a:alphaOff val="0"/>
              </a:schemeClr>
            </a:effectRef>
            <a:fontRef idx="minor">
              <a:schemeClr val="lt1"/>
            </a:fontRef>
          </p:style>
          <p:txBody>
            <a:bodyPr spcFirstLastPara="0" vert="horz" wrap="square" lIns="806090" tIns="37338" rIns="731413" bIns="37338" numCol="1" spcCol="1270" anchor="ctr" anchorCtr="0">
              <a:noAutofit/>
            </a:bodyPr>
            <a:lstStyle/>
            <a:p>
              <a:pPr marL="0" lvl="0" indent="0" algn="ctr" defTabSz="1244600">
                <a:lnSpc>
                  <a:spcPct val="100000"/>
                </a:lnSpc>
                <a:spcBef>
                  <a:spcPct val="0"/>
                </a:spcBef>
                <a:spcAft>
                  <a:spcPts val="0"/>
                </a:spcAft>
                <a:buNone/>
              </a:pPr>
              <a:r>
                <a:rPr lang="en-US" altLang="zh-CN" sz="2800" b="1" kern="1200" dirty="0">
                  <a:effectLst>
                    <a:outerShdw blurRad="38100" dist="38100" dir="2700000" algn="tl">
                      <a:srgbClr val="000000">
                        <a:alpha val="43137"/>
                      </a:srgbClr>
                    </a:outerShdw>
                  </a:effectLst>
                  <a:latin typeface="+mj-ea"/>
                  <a:ea typeface="+mj-ea"/>
                </a:rPr>
                <a:t>STEP 4</a:t>
              </a:r>
              <a:endParaRPr lang="en-US" altLang="zh-CN" sz="2800" b="1" kern="1200" dirty="0">
                <a:effectLst>
                  <a:outerShdw blurRad="38100" dist="38100" dir="2700000" algn="tl">
                    <a:srgbClr val="000000">
                      <a:alpha val="43137"/>
                    </a:srgbClr>
                  </a:outerShdw>
                </a:effectLst>
                <a:latin typeface="+mj-ea"/>
                <a:ea typeface="+mj-ea"/>
              </a:endParaRPr>
            </a:p>
            <a:p>
              <a:pPr marL="0" lvl="0" indent="0" algn="ctr" defTabSz="1244600">
                <a:lnSpc>
                  <a:spcPct val="100000"/>
                </a:lnSpc>
                <a:spcBef>
                  <a:spcPct val="0"/>
                </a:spcBef>
                <a:spcAft>
                  <a:spcPts val="0"/>
                </a:spcAft>
                <a:buNone/>
              </a:pPr>
              <a:r>
                <a:rPr lang="zh-CN" altLang="en-US" sz="2800" b="1" dirty="0">
                  <a:effectLst>
                    <a:outerShdw blurRad="38100" dist="38100" dir="2700000" algn="tl">
                      <a:srgbClr val="000000">
                        <a:alpha val="43137"/>
                      </a:srgbClr>
                    </a:outerShdw>
                  </a:effectLst>
                  <a:latin typeface="+mj-ea"/>
                  <a:ea typeface="+mj-ea"/>
                </a:rPr>
                <a:t>强化学习</a:t>
              </a:r>
              <a:endParaRPr lang="en-US" altLang="zh-CN" sz="2800" b="1" kern="1200" dirty="0">
                <a:effectLst>
                  <a:outerShdw blurRad="38100" dist="38100" dir="2700000" algn="tl">
                    <a:srgbClr val="000000">
                      <a:alpha val="43137"/>
                    </a:srgbClr>
                  </a:outerShdw>
                </a:effectLst>
                <a:latin typeface="+mj-ea"/>
                <a:ea typeface="+mj-ea"/>
              </a:endParaRPr>
            </a:p>
          </p:txBody>
        </p:sp>
      </p:grpSp>
      <p:sp>
        <p:nvSpPr>
          <p:cNvPr id="20" name="文本框 38"/>
          <p:cNvSpPr txBox="1"/>
          <p:nvPr/>
        </p:nvSpPr>
        <p:spPr>
          <a:xfrm>
            <a:off x="293223" y="2479907"/>
            <a:ext cx="3095357" cy="2631490"/>
          </a:xfrm>
          <a:prstGeom prst="rect">
            <a:avLst/>
          </a:prstGeom>
          <a:noFill/>
        </p:spPr>
        <p:txBody>
          <a:bodyPr wrap="square" rtlCol="0">
            <a:spAutoFit/>
          </a:bodyPr>
          <a:lstStyle/>
          <a:p>
            <a:pPr algn="ctr">
              <a:spcBef>
                <a:spcPct val="0"/>
              </a:spcBef>
              <a:spcAft>
                <a:spcPts val="600"/>
              </a:spcAft>
            </a:pPr>
            <a:r>
              <a:rPr lang="zh-CN" altLang="en-US" sz="2000" dirty="0">
                <a:solidFill>
                  <a:schemeClr val="tx1">
                    <a:lumMod val="75000"/>
                    <a:lumOff val="25000"/>
                  </a:schemeClr>
                </a:solidFill>
                <a:latin typeface="+mj-ea"/>
                <a:ea typeface="+mj-ea"/>
                <a:cs typeface="+mn-ea"/>
                <a:sym typeface="+mn-lt"/>
              </a:rPr>
              <a:t>针对特定的推荐数据集进行文本（或多模态）表征的提取</a:t>
            </a:r>
            <a:endParaRPr lang="en-US" altLang="zh-CN" sz="2000" dirty="0">
              <a:solidFill>
                <a:schemeClr val="tx1">
                  <a:lumMod val="75000"/>
                  <a:lumOff val="25000"/>
                </a:schemeClr>
              </a:solidFill>
              <a:latin typeface="+mj-ea"/>
              <a:ea typeface="+mj-ea"/>
              <a:cs typeface="+mn-ea"/>
              <a:sym typeface="+mn-lt"/>
            </a:endParaRPr>
          </a:p>
          <a:p>
            <a:pPr algn="ctr">
              <a:spcBef>
                <a:spcPct val="0"/>
              </a:spcBef>
              <a:spcAft>
                <a:spcPts val="600"/>
              </a:spcAft>
            </a:pPr>
            <a:r>
              <a:rPr lang="zh-CN" altLang="en-US" sz="2000" dirty="0">
                <a:solidFill>
                  <a:schemeClr val="tx1">
                    <a:lumMod val="75000"/>
                    <a:lumOff val="25000"/>
                  </a:schemeClr>
                </a:solidFill>
                <a:latin typeface="+mj-ea"/>
                <a:ea typeface="+mj-ea"/>
                <a:cs typeface="+mn-ea"/>
                <a:sym typeface="+mn-lt"/>
              </a:rPr>
              <a:t>可选用多种</a:t>
            </a:r>
            <a:r>
              <a:rPr lang="en-US" altLang="zh-CN" sz="2000" dirty="0">
                <a:solidFill>
                  <a:schemeClr val="tx1">
                    <a:lumMod val="75000"/>
                    <a:lumOff val="25000"/>
                  </a:schemeClr>
                </a:solidFill>
                <a:latin typeface="+mj-ea"/>
                <a:ea typeface="+mj-ea"/>
                <a:cs typeface="+mn-ea"/>
                <a:sym typeface="+mn-lt"/>
              </a:rPr>
              <a:t>Embedding</a:t>
            </a:r>
            <a:r>
              <a:rPr lang="zh-CN" altLang="en-US" sz="2000" dirty="0">
                <a:solidFill>
                  <a:schemeClr val="tx1">
                    <a:lumMod val="75000"/>
                    <a:lumOff val="25000"/>
                  </a:schemeClr>
                </a:solidFill>
                <a:latin typeface="+mj-ea"/>
                <a:ea typeface="+mj-ea"/>
                <a:cs typeface="+mn-ea"/>
                <a:sym typeface="+mn-lt"/>
              </a:rPr>
              <a:t>模型（</a:t>
            </a:r>
            <a:r>
              <a:rPr lang="en-US" altLang="zh-CN" sz="2000" dirty="0">
                <a:solidFill>
                  <a:schemeClr val="tx1">
                    <a:lumMod val="75000"/>
                    <a:lumOff val="25000"/>
                  </a:schemeClr>
                </a:solidFill>
                <a:latin typeface="+mj-ea"/>
                <a:ea typeface="+mj-ea"/>
                <a:cs typeface="+mn-ea"/>
                <a:sym typeface="+mn-lt"/>
              </a:rPr>
              <a:t>Qwen3-Embedding</a:t>
            </a:r>
            <a:r>
              <a:rPr lang="zh-CN" altLang="en-US" sz="2000" dirty="0">
                <a:solidFill>
                  <a:schemeClr val="tx1">
                    <a:lumMod val="75000"/>
                    <a:lumOff val="25000"/>
                  </a:schemeClr>
                </a:solidFill>
                <a:latin typeface="+mj-ea"/>
                <a:ea typeface="+mj-ea"/>
                <a:cs typeface="+mn-ea"/>
                <a:sym typeface="+mn-lt"/>
              </a:rPr>
              <a:t>）或者多模态模型 </a:t>
            </a:r>
            <a:r>
              <a:rPr lang="en-US" altLang="zh-CN" sz="2000" dirty="0">
                <a:solidFill>
                  <a:schemeClr val="tx1">
                    <a:lumMod val="75000"/>
                    <a:lumOff val="25000"/>
                  </a:schemeClr>
                </a:solidFill>
                <a:latin typeface="+mj-ea"/>
                <a:ea typeface="+mj-ea"/>
                <a:cs typeface="+mn-ea"/>
                <a:sym typeface="+mn-lt"/>
              </a:rPr>
              <a:t>(Qwen3-VL)</a:t>
            </a:r>
            <a:r>
              <a:rPr lang="zh-CN" altLang="en-US" sz="2000" dirty="0">
                <a:solidFill>
                  <a:schemeClr val="tx1">
                    <a:lumMod val="75000"/>
                    <a:lumOff val="25000"/>
                  </a:schemeClr>
                </a:solidFill>
                <a:latin typeface="+mj-ea"/>
                <a:ea typeface="+mj-ea"/>
                <a:cs typeface="+mn-ea"/>
                <a:sym typeface="+mn-lt"/>
              </a:rPr>
              <a:t>等，取决于使用的信息模态。</a:t>
            </a:r>
            <a:endParaRPr lang="en-US" altLang="zh-CN" sz="2000" dirty="0">
              <a:solidFill>
                <a:schemeClr val="tx1">
                  <a:lumMod val="75000"/>
                  <a:lumOff val="25000"/>
                </a:schemeClr>
              </a:solidFill>
              <a:latin typeface="+mj-ea"/>
              <a:ea typeface="+mj-ea"/>
              <a:cs typeface="+mn-ea"/>
              <a:sym typeface="+mn-lt"/>
            </a:endParaRPr>
          </a:p>
        </p:txBody>
      </p:sp>
      <p:sp>
        <p:nvSpPr>
          <p:cNvPr id="21" name="文本框 38"/>
          <p:cNvSpPr txBox="1"/>
          <p:nvPr/>
        </p:nvSpPr>
        <p:spPr>
          <a:xfrm>
            <a:off x="3646621" y="2413337"/>
            <a:ext cx="2900855" cy="3785652"/>
          </a:xfrm>
          <a:prstGeom prst="rect">
            <a:avLst/>
          </a:prstGeom>
          <a:noFill/>
        </p:spPr>
        <p:txBody>
          <a:bodyPr wrap="square" rtlCol="0">
            <a:spAutoFit/>
          </a:bodyPr>
          <a:lstStyle/>
          <a:p>
            <a:pPr algn="ctr">
              <a:spcBef>
                <a:spcPct val="0"/>
              </a:spcBef>
              <a:spcAft>
                <a:spcPts val="600"/>
              </a:spcAft>
            </a:pPr>
            <a:r>
              <a:rPr lang="zh-CN" altLang="en-US" sz="2000" dirty="0">
                <a:solidFill>
                  <a:schemeClr val="tx1">
                    <a:lumMod val="75000"/>
                    <a:lumOff val="25000"/>
                  </a:schemeClr>
                </a:solidFill>
                <a:latin typeface="+mj-ea"/>
                <a:ea typeface="+mj-ea"/>
                <a:cs typeface="+mn-ea"/>
                <a:sym typeface="+mn-lt"/>
              </a:rPr>
              <a:t>对提取的表征进行离散化处理为多层级的</a:t>
            </a:r>
            <a:r>
              <a:rPr lang="en-US" altLang="zh-CN" sz="2000" dirty="0">
                <a:solidFill>
                  <a:schemeClr val="tx1">
                    <a:lumMod val="75000"/>
                    <a:lumOff val="25000"/>
                  </a:schemeClr>
                </a:solidFill>
                <a:latin typeface="+mj-ea"/>
                <a:ea typeface="+mj-ea"/>
                <a:cs typeface="+mn-ea"/>
                <a:sym typeface="+mn-lt"/>
              </a:rPr>
              <a:t>Semantic</a:t>
            </a:r>
            <a:r>
              <a:rPr lang="zh-CN" altLang="en-US" sz="2000" dirty="0">
                <a:solidFill>
                  <a:schemeClr val="tx1">
                    <a:lumMod val="75000"/>
                    <a:lumOff val="25000"/>
                  </a:schemeClr>
                </a:solidFill>
                <a:latin typeface="+mj-ea"/>
                <a:ea typeface="+mj-ea"/>
                <a:cs typeface="+mn-ea"/>
                <a:sym typeface="+mn-lt"/>
              </a:rPr>
              <a:t> </a:t>
            </a:r>
            <a:r>
              <a:rPr lang="en-US" altLang="zh-CN" sz="2000" dirty="0">
                <a:solidFill>
                  <a:schemeClr val="tx1">
                    <a:lumMod val="75000"/>
                    <a:lumOff val="25000"/>
                  </a:schemeClr>
                </a:solidFill>
                <a:latin typeface="+mj-ea"/>
                <a:ea typeface="+mj-ea"/>
                <a:cs typeface="+mn-ea"/>
                <a:sym typeface="+mn-lt"/>
              </a:rPr>
              <a:t>Tokens</a:t>
            </a:r>
            <a:endParaRPr lang="en-US" altLang="zh-CN" sz="2000" dirty="0">
              <a:solidFill>
                <a:schemeClr val="tx1">
                  <a:lumMod val="75000"/>
                  <a:lumOff val="25000"/>
                </a:schemeClr>
              </a:solidFill>
              <a:latin typeface="+mj-ea"/>
              <a:ea typeface="+mj-ea"/>
              <a:cs typeface="+mn-ea"/>
              <a:sym typeface="+mn-lt"/>
            </a:endParaRPr>
          </a:p>
          <a:p>
            <a:pPr algn="ctr">
              <a:spcBef>
                <a:spcPct val="0"/>
              </a:spcBef>
              <a:spcAft>
                <a:spcPts val="600"/>
              </a:spcAft>
            </a:pPr>
            <a:r>
              <a:rPr lang="zh-CN" altLang="en-US" sz="2000" dirty="0">
                <a:solidFill>
                  <a:schemeClr val="tx1">
                    <a:lumMod val="75000"/>
                    <a:lumOff val="25000"/>
                  </a:schemeClr>
                </a:solidFill>
                <a:latin typeface="+mj-ea"/>
                <a:ea typeface="+mj-ea"/>
                <a:cs typeface="+mn-ea"/>
                <a:sym typeface="+mn-lt"/>
              </a:rPr>
              <a:t>每个物品因此被表征为一个</a:t>
            </a:r>
            <a:r>
              <a:rPr lang="en-US" altLang="zh-CN" sz="2000" dirty="0">
                <a:solidFill>
                  <a:schemeClr val="tx1">
                    <a:lumMod val="75000"/>
                    <a:lumOff val="25000"/>
                  </a:schemeClr>
                </a:solidFill>
                <a:latin typeface="+mj-ea"/>
                <a:ea typeface="+mj-ea"/>
                <a:cs typeface="+mn-ea"/>
                <a:sym typeface="+mn-lt"/>
              </a:rPr>
              <a:t>Semantic</a:t>
            </a:r>
            <a:r>
              <a:rPr lang="zh-CN" altLang="en-US" sz="2000" dirty="0">
                <a:solidFill>
                  <a:schemeClr val="tx1">
                    <a:lumMod val="75000"/>
                    <a:lumOff val="25000"/>
                  </a:schemeClr>
                </a:solidFill>
                <a:latin typeface="+mj-ea"/>
                <a:ea typeface="+mj-ea"/>
                <a:cs typeface="+mn-ea"/>
                <a:sym typeface="+mn-lt"/>
              </a:rPr>
              <a:t> </a:t>
            </a:r>
            <a:r>
              <a:rPr lang="en-US" altLang="zh-CN" sz="2000" dirty="0">
                <a:solidFill>
                  <a:schemeClr val="tx1">
                    <a:lumMod val="75000"/>
                    <a:lumOff val="25000"/>
                  </a:schemeClr>
                </a:solidFill>
                <a:latin typeface="+mj-ea"/>
                <a:ea typeface="+mj-ea"/>
                <a:cs typeface="+mn-ea"/>
                <a:sym typeface="+mn-lt"/>
              </a:rPr>
              <a:t>Tokens</a:t>
            </a:r>
            <a:r>
              <a:rPr lang="zh-CN" altLang="en-US" sz="2000" dirty="0">
                <a:solidFill>
                  <a:schemeClr val="tx1">
                    <a:lumMod val="75000"/>
                    <a:lumOff val="25000"/>
                  </a:schemeClr>
                </a:solidFill>
                <a:latin typeface="+mj-ea"/>
                <a:ea typeface="+mj-ea"/>
                <a:cs typeface="+mn-ea"/>
                <a:sym typeface="+mn-lt"/>
              </a:rPr>
              <a:t>的序列</a:t>
            </a:r>
            <a:endParaRPr lang="en-US" altLang="zh-CN" sz="2000" dirty="0">
              <a:solidFill>
                <a:schemeClr val="tx1">
                  <a:lumMod val="75000"/>
                  <a:lumOff val="25000"/>
                </a:schemeClr>
              </a:solidFill>
              <a:latin typeface="+mj-ea"/>
              <a:ea typeface="+mj-ea"/>
              <a:cs typeface="+mn-ea"/>
              <a:sym typeface="+mn-lt"/>
            </a:endParaRPr>
          </a:p>
          <a:p>
            <a:pPr algn="ctr">
              <a:spcBef>
                <a:spcPct val="0"/>
              </a:spcBef>
              <a:spcAft>
                <a:spcPts val="600"/>
              </a:spcAft>
            </a:pPr>
            <a:r>
              <a:rPr kumimoji="1" lang="zh-CN" altLang="en-US" sz="2000" dirty="0"/>
              <a:t>可使用多种离散化算法，如</a:t>
            </a:r>
            <a:r>
              <a:rPr kumimoji="1" lang="en-US" altLang="zh-CN" sz="2000" dirty="0"/>
              <a:t>RQ-VAE,</a:t>
            </a:r>
            <a:r>
              <a:rPr kumimoji="1" lang="zh-CN" altLang="en-US" sz="2000" dirty="0"/>
              <a:t> </a:t>
            </a:r>
            <a:r>
              <a:rPr kumimoji="1" lang="en-US" altLang="zh-CN" sz="2000" dirty="0"/>
              <a:t>RQ-</a:t>
            </a:r>
            <a:r>
              <a:rPr kumimoji="1" lang="en-US" altLang="zh-CN" sz="2000" dirty="0" err="1"/>
              <a:t>KMeans</a:t>
            </a:r>
            <a:r>
              <a:rPr kumimoji="1" lang="en-US" altLang="zh-CN" sz="2000" dirty="0"/>
              <a:t>,</a:t>
            </a:r>
            <a:r>
              <a:rPr kumimoji="1" lang="zh-CN" altLang="en-US" sz="2000" dirty="0"/>
              <a:t> </a:t>
            </a:r>
            <a:r>
              <a:rPr kumimoji="1" lang="en-US" altLang="zh-CN" sz="2000" dirty="0"/>
              <a:t>PQ-VAE</a:t>
            </a:r>
            <a:r>
              <a:rPr kumimoji="1" lang="zh-CN" altLang="en-US" sz="2000" dirty="0"/>
              <a:t> 等</a:t>
            </a:r>
            <a:endParaRPr kumimoji="1" lang="zh-CN" altLang="en-US" sz="2000" dirty="0"/>
          </a:p>
          <a:p>
            <a:pPr algn="ctr">
              <a:spcBef>
                <a:spcPct val="0"/>
              </a:spcBef>
              <a:spcAft>
                <a:spcPts val="600"/>
              </a:spcAft>
            </a:pPr>
            <a:endParaRPr lang="en-US" altLang="zh-CN" sz="2000" dirty="0">
              <a:solidFill>
                <a:schemeClr val="tx1">
                  <a:lumMod val="75000"/>
                  <a:lumOff val="25000"/>
                </a:schemeClr>
              </a:solidFill>
              <a:latin typeface="+mj-ea"/>
              <a:ea typeface="+mj-ea"/>
              <a:cs typeface="+mn-ea"/>
              <a:sym typeface="+mn-lt"/>
            </a:endParaRPr>
          </a:p>
          <a:p>
            <a:pPr algn="ctr">
              <a:spcBef>
                <a:spcPct val="0"/>
              </a:spcBef>
              <a:spcAft>
                <a:spcPts val="600"/>
              </a:spcAft>
            </a:pPr>
            <a:endParaRPr lang="zh-CN" altLang="en-US" sz="2000" dirty="0">
              <a:solidFill>
                <a:schemeClr val="tx1">
                  <a:lumMod val="75000"/>
                  <a:lumOff val="25000"/>
                </a:schemeClr>
              </a:solidFill>
              <a:latin typeface="+mj-ea"/>
              <a:ea typeface="+mj-ea"/>
              <a:cs typeface="+mn-ea"/>
              <a:sym typeface="+mn-lt"/>
            </a:endParaRPr>
          </a:p>
        </p:txBody>
      </p:sp>
      <p:sp>
        <p:nvSpPr>
          <p:cNvPr id="22" name="文本框 38"/>
          <p:cNvSpPr txBox="1"/>
          <p:nvPr/>
        </p:nvSpPr>
        <p:spPr>
          <a:xfrm>
            <a:off x="6547476" y="2413337"/>
            <a:ext cx="2131494" cy="2862322"/>
          </a:xfrm>
          <a:prstGeom prst="rect">
            <a:avLst/>
          </a:prstGeom>
          <a:noFill/>
        </p:spPr>
        <p:txBody>
          <a:bodyPr wrap="square" rtlCol="0">
            <a:spAutoFit/>
          </a:bodyPr>
          <a:lstStyle/>
          <a:p>
            <a:pPr algn="ctr">
              <a:spcBef>
                <a:spcPct val="0"/>
              </a:spcBef>
              <a:spcAft>
                <a:spcPts val="600"/>
              </a:spcAft>
            </a:pPr>
            <a:r>
              <a:rPr lang="zh-CN" altLang="en-US" sz="2000" dirty="0">
                <a:solidFill>
                  <a:schemeClr val="tx1">
                    <a:lumMod val="75000"/>
                    <a:lumOff val="25000"/>
                  </a:schemeClr>
                </a:solidFill>
                <a:latin typeface="+mj-ea"/>
                <a:ea typeface="+mj-ea"/>
                <a:cs typeface="+mn-ea"/>
                <a:sym typeface="+mn-lt"/>
              </a:rPr>
              <a:t>将新获得的语义</a:t>
            </a:r>
            <a:r>
              <a:rPr lang="en-US" altLang="zh-CN" sz="2000" dirty="0">
                <a:solidFill>
                  <a:schemeClr val="tx1">
                    <a:lumMod val="75000"/>
                    <a:lumOff val="25000"/>
                  </a:schemeClr>
                </a:solidFill>
                <a:latin typeface="+mj-ea"/>
                <a:ea typeface="+mj-ea"/>
                <a:cs typeface="+mn-ea"/>
                <a:sym typeface="+mn-lt"/>
              </a:rPr>
              <a:t>Token</a:t>
            </a:r>
            <a:r>
              <a:rPr lang="zh-CN" altLang="en-US" sz="2000" dirty="0">
                <a:solidFill>
                  <a:schemeClr val="tx1">
                    <a:lumMod val="75000"/>
                    <a:lumOff val="25000"/>
                  </a:schemeClr>
                </a:solidFill>
                <a:latin typeface="+mj-ea"/>
                <a:ea typeface="+mj-ea"/>
                <a:cs typeface="+mn-ea"/>
                <a:sym typeface="+mn-lt"/>
              </a:rPr>
              <a:t>嵌入到</a:t>
            </a:r>
            <a:r>
              <a:rPr lang="en-US" altLang="zh-CN" sz="2000" dirty="0">
                <a:solidFill>
                  <a:schemeClr val="tx1">
                    <a:lumMod val="75000"/>
                    <a:lumOff val="25000"/>
                  </a:schemeClr>
                </a:solidFill>
                <a:latin typeface="+mj-ea"/>
                <a:ea typeface="+mj-ea"/>
                <a:cs typeface="+mn-ea"/>
                <a:sym typeface="+mn-lt"/>
              </a:rPr>
              <a:t>LLM</a:t>
            </a:r>
            <a:r>
              <a:rPr lang="zh-CN" altLang="en-US" sz="2000" dirty="0">
                <a:solidFill>
                  <a:schemeClr val="tx1">
                    <a:lumMod val="75000"/>
                    <a:lumOff val="25000"/>
                  </a:schemeClr>
                </a:solidFill>
                <a:latin typeface="+mj-ea"/>
                <a:ea typeface="+mj-ea"/>
                <a:cs typeface="+mn-ea"/>
                <a:sym typeface="+mn-lt"/>
              </a:rPr>
              <a:t>的原始词汇表中，通过</a:t>
            </a:r>
            <a:r>
              <a:rPr lang="en-US" altLang="zh-CN" sz="2000" dirty="0">
                <a:solidFill>
                  <a:schemeClr val="tx1">
                    <a:lumMod val="75000"/>
                    <a:lumOff val="25000"/>
                  </a:schemeClr>
                </a:solidFill>
                <a:latin typeface="+mj-ea"/>
                <a:ea typeface="+mj-ea"/>
                <a:cs typeface="+mn-ea"/>
                <a:sym typeface="+mn-lt"/>
              </a:rPr>
              <a:t>SFT</a:t>
            </a:r>
            <a:r>
              <a:rPr lang="zh-CN" altLang="en-US" sz="2000" dirty="0">
                <a:solidFill>
                  <a:schemeClr val="tx1">
                    <a:lumMod val="75000"/>
                    <a:lumOff val="25000"/>
                  </a:schemeClr>
                </a:solidFill>
                <a:latin typeface="+mj-ea"/>
                <a:ea typeface="+mj-ea"/>
                <a:cs typeface="+mn-ea"/>
                <a:sym typeface="+mn-lt"/>
              </a:rPr>
              <a:t>等微调方式将语义</a:t>
            </a:r>
            <a:r>
              <a:rPr lang="en-US" altLang="zh-CN" sz="2000" dirty="0">
                <a:solidFill>
                  <a:schemeClr val="tx1">
                    <a:lumMod val="75000"/>
                    <a:lumOff val="25000"/>
                  </a:schemeClr>
                </a:solidFill>
                <a:latin typeface="+mj-ea"/>
                <a:ea typeface="+mj-ea"/>
                <a:cs typeface="+mn-ea"/>
                <a:sym typeface="+mn-lt"/>
              </a:rPr>
              <a:t>Token</a:t>
            </a:r>
            <a:r>
              <a:rPr lang="zh-CN" altLang="en-US" sz="2000" dirty="0">
                <a:solidFill>
                  <a:schemeClr val="tx1">
                    <a:lumMod val="75000"/>
                    <a:lumOff val="25000"/>
                  </a:schemeClr>
                </a:solidFill>
                <a:latin typeface="+mj-ea"/>
                <a:ea typeface="+mj-ea"/>
                <a:cs typeface="+mn-ea"/>
                <a:sym typeface="+mn-lt"/>
              </a:rPr>
              <a:t>与原始词汇进行融合，并进行监督式训练</a:t>
            </a:r>
            <a:endParaRPr lang="zh-CN" altLang="en-US" sz="2000" dirty="0">
              <a:solidFill>
                <a:schemeClr val="tx1">
                  <a:lumMod val="75000"/>
                  <a:lumOff val="25000"/>
                </a:schemeClr>
              </a:solidFill>
              <a:latin typeface="+mj-ea"/>
              <a:ea typeface="+mj-ea"/>
              <a:cs typeface="+mn-ea"/>
              <a:sym typeface="+mn-lt"/>
            </a:endParaRPr>
          </a:p>
        </p:txBody>
      </p:sp>
      <p:sp>
        <p:nvSpPr>
          <p:cNvPr id="23" name="文本框 38"/>
          <p:cNvSpPr txBox="1"/>
          <p:nvPr/>
        </p:nvSpPr>
        <p:spPr>
          <a:xfrm>
            <a:off x="9101578" y="2413337"/>
            <a:ext cx="2131494" cy="1938992"/>
          </a:xfrm>
          <a:prstGeom prst="rect">
            <a:avLst/>
          </a:prstGeom>
          <a:noFill/>
        </p:spPr>
        <p:txBody>
          <a:bodyPr wrap="square" rtlCol="0">
            <a:spAutoFit/>
          </a:bodyPr>
          <a:lstStyle/>
          <a:p>
            <a:pPr algn="ctr">
              <a:spcBef>
                <a:spcPct val="0"/>
              </a:spcBef>
              <a:spcAft>
                <a:spcPts val="600"/>
              </a:spcAft>
            </a:pPr>
            <a:r>
              <a:rPr lang="zh-CN" altLang="en-US" sz="2000" dirty="0">
                <a:solidFill>
                  <a:schemeClr val="tx1">
                    <a:lumMod val="75000"/>
                    <a:lumOff val="25000"/>
                  </a:schemeClr>
                </a:solidFill>
                <a:latin typeface="+mj-ea"/>
                <a:ea typeface="+mj-ea"/>
                <a:cs typeface="+mn-ea"/>
                <a:sym typeface="+mn-lt"/>
              </a:rPr>
              <a:t>使用强化学习算法（</a:t>
            </a:r>
            <a:r>
              <a:rPr lang="en-US" altLang="zh-CN" sz="2000" dirty="0">
                <a:solidFill>
                  <a:schemeClr val="tx1">
                    <a:lumMod val="75000"/>
                    <a:lumOff val="25000"/>
                  </a:schemeClr>
                </a:solidFill>
                <a:latin typeface="+mj-ea"/>
                <a:ea typeface="+mj-ea"/>
                <a:cs typeface="+mn-ea"/>
                <a:sym typeface="+mn-lt"/>
              </a:rPr>
              <a:t>e.g.</a:t>
            </a:r>
            <a:r>
              <a:rPr lang="zh-CN" altLang="en-US" sz="2000" dirty="0">
                <a:solidFill>
                  <a:schemeClr val="tx1">
                    <a:lumMod val="75000"/>
                    <a:lumOff val="25000"/>
                  </a:schemeClr>
                </a:solidFill>
                <a:latin typeface="+mj-ea"/>
                <a:ea typeface="+mj-ea"/>
                <a:cs typeface="+mn-ea"/>
                <a:sym typeface="+mn-lt"/>
              </a:rPr>
              <a:t> </a:t>
            </a:r>
            <a:r>
              <a:rPr lang="en-US" altLang="zh-CN" sz="2000" dirty="0">
                <a:solidFill>
                  <a:schemeClr val="tx1">
                    <a:lumMod val="75000"/>
                    <a:lumOff val="25000"/>
                  </a:schemeClr>
                </a:solidFill>
                <a:latin typeface="+mj-ea"/>
                <a:ea typeface="+mj-ea"/>
                <a:cs typeface="+mn-ea"/>
                <a:sym typeface="+mn-lt"/>
              </a:rPr>
              <a:t>GRPO</a:t>
            </a:r>
            <a:r>
              <a:rPr lang="zh-CN" altLang="en-US" sz="2000" dirty="0">
                <a:solidFill>
                  <a:schemeClr val="tx1">
                    <a:lumMod val="75000"/>
                    <a:lumOff val="25000"/>
                  </a:schemeClr>
                </a:solidFill>
                <a:latin typeface="+mj-ea"/>
                <a:ea typeface="+mj-ea"/>
                <a:cs typeface="+mn-ea"/>
                <a:sym typeface="+mn-lt"/>
              </a:rPr>
              <a:t>）等对模型的序列推荐和语义</a:t>
            </a:r>
            <a:r>
              <a:rPr lang="en-US" altLang="zh-CN" sz="2000" dirty="0">
                <a:solidFill>
                  <a:schemeClr val="tx1">
                    <a:lumMod val="75000"/>
                    <a:lumOff val="25000"/>
                  </a:schemeClr>
                </a:solidFill>
                <a:latin typeface="+mj-ea"/>
                <a:ea typeface="+mj-ea"/>
                <a:cs typeface="+mn-ea"/>
                <a:sym typeface="+mn-lt"/>
              </a:rPr>
              <a:t>Token</a:t>
            </a:r>
            <a:r>
              <a:rPr lang="zh-CN" altLang="en-US" sz="2000" dirty="0">
                <a:solidFill>
                  <a:schemeClr val="tx1">
                    <a:lumMod val="75000"/>
                    <a:lumOff val="25000"/>
                  </a:schemeClr>
                </a:solidFill>
                <a:latin typeface="+mj-ea"/>
                <a:ea typeface="+mj-ea"/>
                <a:cs typeface="+mn-ea"/>
                <a:sym typeface="+mn-lt"/>
              </a:rPr>
              <a:t>的生成能力进行强化。</a:t>
            </a:r>
            <a:endParaRPr lang="zh-CN" altLang="en-US" sz="2000" dirty="0">
              <a:solidFill>
                <a:schemeClr val="tx1">
                  <a:lumMod val="75000"/>
                  <a:lumOff val="25000"/>
                </a:schemeClr>
              </a:solidFill>
              <a:latin typeface="+mj-ea"/>
              <a:ea typeface="+mj-ea"/>
              <a:cs typeface="+mn-ea"/>
              <a:sym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课题一：生成式推荐大模型</a:t>
            </a:r>
            <a:r>
              <a:rPr lang="en-US" altLang="zh-CN" dirty="0"/>
              <a:t>RL</a:t>
            </a:r>
            <a:r>
              <a:rPr lang="zh-CN" altLang="en-US" dirty="0"/>
              <a:t>的现存问题</a:t>
            </a:r>
            <a:endParaRPr lang="zh-CN" altLang="en-US" dirty="0"/>
          </a:p>
        </p:txBody>
      </p:sp>
      <p:pic>
        <p:nvPicPr>
          <p:cNvPr id="8" name="图片 7"/>
          <p:cNvPicPr>
            <a:picLocks noChangeAspect="1"/>
          </p:cNvPicPr>
          <p:nvPr/>
        </p:nvPicPr>
        <p:blipFill>
          <a:blip r:embed="rId1"/>
          <a:srcRect l="2430" t="4673" r="2268"/>
          <a:stretch>
            <a:fillRect/>
          </a:stretch>
        </p:blipFill>
        <p:spPr>
          <a:xfrm>
            <a:off x="94584" y="1513183"/>
            <a:ext cx="7549117" cy="4006703"/>
          </a:xfrm>
          <a:prstGeom prst="rect">
            <a:avLst/>
          </a:prstGeom>
        </p:spPr>
      </p:pic>
      <p:sp>
        <p:nvSpPr>
          <p:cNvPr id="10" name="文本框 9"/>
          <p:cNvSpPr txBox="1"/>
          <p:nvPr/>
        </p:nvSpPr>
        <p:spPr>
          <a:xfrm>
            <a:off x="7899991" y="1513183"/>
            <a:ext cx="4008474" cy="4524315"/>
          </a:xfrm>
          <a:prstGeom prst="rect">
            <a:avLst/>
          </a:prstGeom>
          <a:noFill/>
        </p:spPr>
        <p:txBody>
          <a:bodyPr wrap="square" rtlCol="0">
            <a:spAutoFit/>
          </a:bodyPr>
          <a:lstStyle/>
          <a:p>
            <a:pPr marL="342900" indent="-342900">
              <a:buAutoNum type="ea1ChsPeriod"/>
            </a:pPr>
            <a:r>
              <a:rPr kumimoji="1" lang="zh-CN" altLang="en-US" b="1" dirty="0"/>
              <a:t>数据和奖励的稀疏性</a:t>
            </a:r>
            <a:endParaRPr kumimoji="1" lang="en-US" altLang="zh-CN" b="1" dirty="0"/>
          </a:p>
          <a:p>
            <a:pPr marL="342900" indent="-342900">
              <a:buAutoNum type="ea1ChsPeriod"/>
            </a:pPr>
            <a:endParaRPr kumimoji="1" lang="en-US" altLang="zh-CN" b="1" dirty="0"/>
          </a:p>
          <a:p>
            <a:pPr marL="342900" indent="-342900">
              <a:buAutoNum type="ea1ChsPeriod"/>
            </a:pPr>
            <a:endParaRPr kumimoji="1" lang="en-US" altLang="zh-CN" b="1" dirty="0"/>
          </a:p>
          <a:p>
            <a:r>
              <a:rPr kumimoji="1" lang="zh-CN" altLang="en-US" dirty="0">
                <a:solidFill>
                  <a:srgbClr val="FF0000"/>
                </a:solidFill>
              </a:rPr>
              <a:t>一方面</a:t>
            </a:r>
            <a:r>
              <a:rPr kumimoji="1" lang="zh-CN" altLang="en-US" dirty="0"/>
              <a:t>，序列推荐的物品数据相比于大的</a:t>
            </a:r>
            <a:r>
              <a:rPr kumimoji="1" lang="en-US" altLang="zh-CN" dirty="0"/>
              <a:t>Token</a:t>
            </a:r>
            <a:r>
              <a:rPr kumimoji="1" lang="zh-CN" altLang="en-US" dirty="0"/>
              <a:t>表征空间是比较稀疏的。真实的物品难以覆盖更大的</a:t>
            </a:r>
            <a:r>
              <a:rPr kumimoji="1" lang="en-US" altLang="zh-CN" dirty="0"/>
              <a:t>Token</a:t>
            </a:r>
            <a:r>
              <a:rPr kumimoji="1" lang="zh-CN" altLang="en-US" dirty="0"/>
              <a:t>表征空间。导致模型难以泛化。</a:t>
            </a:r>
            <a:endParaRPr kumimoji="1" lang="en-US" altLang="zh-CN" dirty="0"/>
          </a:p>
          <a:p>
            <a:r>
              <a:rPr kumimoji="1" lang="zh-CN" altLang="en-US" dirty="0">
                <a:solidFill>
                  <a:srgbClr val="FF0000"/>
                </a:solidFill>
              </a:rPr>
              <a:t>另一方面，</a:t>
            </a:r>
            <a:r>
              <a:rPr kumimoji="1" lang="en-US" altLang="zh-CN" dirty="0"/>
              <a:t>GRPO</a:t>
            </a:r>
            <a:r>
              <a:rPr kumimoji="1" lang="zh-CN" altLang="en-US" dirty="0"/>
              <a:t> </a:t>
            </a:r>
            <a:r>
              <a:rPr kumimoji="1" lang="en-US" altLang="zh-CN" dirty="0"/>
              <a:t>rule-based</a:t>
            </a:r>
            <a:r>
              <a:rPr kumimoji="1" lang="zh-CN" altLang="en-US" dirty="0"/>
              <a:t> 的奖励方式使得奖励信号也极其地稀疏。对于序列推荐任务，即使多次</a:t>
            </a:r>
            <a:r>
              <a:rPr kumimoji="1" lang="en-US" altLang="zh-CN" dirty="0"/>
              <a:t>beam</a:t>
            </a:r>
            <a:r>
              <a:rPr kumimoji="1" lang="zh-CN" altLang="en-US" dirty="0"/>
              <a:t> </a:t>
            </a:r>
            <a:r>
              <a:rPr kumimoji="1" lang="en-US" altLang="zh-CN" dirty="0"/>
              <a:t>search</a:t>
            </a:r>
            <a:r>
              <a:rPr kumimoji="1" lang="zh-CN" altLang="en-US" dirty="0"/>
              <a:t>抽样，模型也难以完全正确预测（正确标签通常为</a:t>
            </a:r>
            <a:r>
              <a:rPr kumimoji="1" lang="en-US" altLang="zh-CN" dirty="0"/>
              <a:t>3/4</a:t>
            </a:r>
            <a:r>
              <a:rPr kumimoji="1" lang="zh-CN" altLang="en-US" dirty="0"/>
              <a:t>个</a:t>
            </a:r>
            <a:r>
              <a:rPr kumimoji="1" lang="en-US" altLang="zh-CN" dirty="0"/>
              <a:t>token</a:t>
            </a:r>
            <a:r>
              <a:rPr kumimoji="1" lang="zh-CN" altLang="en-US" dirty="0"/>
              <a:t>的序列），因此很可能出现</a:t>
            </a:r>
            <a:r>
              <a:rPr kumimoji="1" lang="zh-CN" altLang="en-US" dirty="0">
                <a:solidFill>
                  <a:srgbClr val="FF0000"/>
                </a:solidFill>
              </a:rPr>
              <a:t>优势消失</a:t>
            </a:r>
            <a:r>
              <a:rPr kumimoji="1" lang="zh-CN" altLang="en-US" dirty="0"/>
              <a:t>的问题</a:t>
            </a:r>
            <a:endParaRPr kumimoji="1" lang="en-US" altLang="zh-CN" dirty="0"/>
          </a:p>
          <a:p>
            <a:pPr marL="342900" indent="-342900">
              <a:buAutoNum type="ea1ChsPeriod"/>
            </a:pPr>
            <a:endParaRPr kumimoji="1" lang="en-US" altLang="zh-CN" dirty="0"/>
          </a:p>
          <a:p>
            <a:endParaRPr kumimoji="1" lang="en-US"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课题一：生成式推荐大模型</a:t>
            </a:r>
            <a:r>
              <a:rPr lang="en-US" altLang="zh-CN" dirty="0"/>
              <a:t>RL</a:t>
            </a:r>
            <a:r>
              <a:rPr lang="zh-CN" altLang="en-US" dirty="0"/>
              <a:t>的现存问题</a:t>
            </a:r>
            <a:endParaRPr lang="zh-CN" altLang="en-US" dirty="0"/>
          </a:p>
        </p:txBody>
      </p:sp>
      <p:sp>
        <p:nvSpPr>
          <p:cNvPr id="10" name="文本框 9"/>
          <p:cNvSpPr txBox="1"/>
          <p:nvPr/>
        </p:nvSpPr>
        <p:spPr>
          <a:xfrm>
            <a:off x="7634178" y="1305341"/>
            <a:ext cx="4263654" cy="5078313"/>
          </a:xfrm>
          <a:prstGeom prst="rect">
            <a:avLst/>
          </a:prstGeom>
          <a:noFill/>
        </p:spPr>
        <p:txBody>
          <a:bodyPr wrap="square" rtlCol="0">
            <a:spAutoFit/>
          </a:bodyPr>
          <a:lstStyle/>
          <a:p>
            <a:r>
              <a:rPr kumimoji="1" lang="zh-CN" altLang="en-US" b="1" dirty="0"/>
              <a:t>二</a:t>
            </a:r>
            <a:r>
              <a:rPr kumimoji="1" lang="en-US" altLang="zh-CN" b="1" dirty="0"/>
              <a:t>.</a:t>
            </a:r>
            <a:r>
              <a:rPr kumimoji="1" lang="zh-CN" altLang="en-US" b="1" dirty="0"/>
              <a:t> 梯度冲突问题</a:t>
            </a:r>
            <a:endParaRPr kumimoji="1" lang="en-US" altLang="zh-CN" b="1" dirty="0"/>
          </a:p>
          <a:p>
            <a:endParaRPr kumimoji="1" lang="en-US" altLang="zh-CN" b="1" dirty="0"/>
          </a:p>
          <a:p>
            <a:r>
              <a:rPr kumimoji="1" lang="zh-CN" altLang="en-US" dirty="0"/>
              <a:t>只有在完全匹配正确答案的情况下，才能获得奖励激励。</a:t>
            </a:r>
            <a:r>
              <a:rPr kumimoji="1" lang="en-US" altLang="zh-CN" dirty="0"/>
              <a:t>Prediction</a:t>
            </a:r>
            <a:r>
              <a:rPr kumimoji="1" lang="zh-CN" altLang="en-US" dirty="0"/>
              <a:t> </a:t>
            </a:r>
            <a:r>
              <a:rPr kumimoji="1" lang="en-US" altLang="zh-CN" dirty="0"/>
              <a:t>1,</a:t>
            </a:r>
            <a:r>
              <a:rPr kumimoji="1" lang="zh-CN" altLang="en-US" dirty="0"/>
              <a:t> </a:t>
            </a:r>
            <a:r>
              <a:rPr kumimoji="1" lang="en-US" altLang="zh-CN" dirty="0"/>
              <a:t>Prediction</a:t>
            </a:r>
            <a:r>
              <a:rPr kumimoji="1" lang="zh-CN" altLang="en-US" dirty="0"/>
              <a:t> </a:t>
            </a:r>
            <a:r>
              <a:rPr kumimoji="1" lang="en-US" altLang="zh-CN" dirty="0"/>
              <a:t>2</a:t>
            </a:r>
            <a:r>
              <a:rPr kumimoji="1" lang="zh-CN" altLang="en-US" dirty="0"/>
              <a:t> 尽管前缀预测正确（</a:t>
            </a:r>
            <a:r>
              <a:rPr kumimoji="1" lang="en-US" altLang="zh-CN" dirty="0"/>
              <a:t>&lt;a_1&gt;</a:t>
            </a:r>
            <a:r>
              <a:rPr kumimoji="1" lang="zh-CN" altLang="en-US" dirty="0"/>
              <a:t>），但仍然得到了反向的梯度（抑制信号）。</a:t>
            </a:r>
            <a:endParaRPr kumimoji="1" lang="en-US" altLang="zh-CN" dirty="0"/>
          </a:p>
          <a:p>
            <a:endParaRPr kumimoji="1" lang="en-US" altLang="zh-CN" dirty="0"/>
          </a:p>
          <a:p>
            <a:r>
              <a:rPr kumimoji="1" lang="zh-CN" altLang="en-US" dirty="0"/>
              <a:t>因此对于同样的前缀，</a:t>
            </a:r>
            <a:r>
              <a:rPr kumimoji="1" lang="en-US" altLang="zh-CN" dirty="0"/>
              <a:t>&lt;a_1&gt;&lt;b_2&gt;</a:t>
            </a:r>
            <a:r>
              <a:rPr kumimoji="1" lang="zh-CN" altLang="en-US" dirty="0"/>
              <a:t> 获得了相反的梯度更新方向，导致了</a:t>
            </a:r>
            <a:r>
              <a:rPr kumimoji="1" lang="zh-CN" altLang="en-US" dirty="0">
                <a:solidFill>
                  <a:srgbClr val="FF0000"/>
                </a:solidFill>
              </a:rPr>
              <a:t>梯度冲突</a:t>
            </a:r>
            <a:r>
              <a:rPr kumimoji="1" lang="zh-CN" altLang="en-US" dirty="0"/>
              <a:t>的问题</a:t>
            </a:r>
            <a:endParaRPr kumimoji="1" lang="en-US" altLang="zh-CN" dirty="0"/>
          </a:p>
          <a:p>
            <a:endParaRPr kumimoji="1" lang="en-US" altLang="zh-CN" dirty="0"/>
          </a:p>
          <a:p>
            <a:r>
              <a:rPr kumimoji="1" lang="zh-CN" altLang="en-US" dirty="0"/>
              <a:t>该问题的本质在于，</a:t>
            </a:r>
            <a:r>
              <a:rPr kumimoji="1" lang="zh-CN" altLang="en-US" dirty="0">
                <a:solidFill>
                  <a:srgbClr val="FF0000"/>
                </a:solidFill>
              </a:rPr>
              <a:t>预测正确的前缀未能得到激励信号，反而因为整体预测错误而被抑制。</a:t>
            </a:r>
            <a:endParaRPr kumimoji="1" lang="en-US" altLang="zh-CN" dirty="0">
              <a:solidFill>
                <a:srgbClr val="FF0000"/>
              </a:solidFill>
            </a:endParaRPr>
          </a:p>
          <a:p>
            <a:pPr marL="342900" indent="-342900">
              <a:buAutoNum type="ea1ChsPeriod"/>
            </a:pPr>
            <a:endParaRPr kumimoji="1" lang="en-US" altLang="zh-CN" b="1" dirty="0"/>
          </a:p>
          <a:p>
            <a:pPr marL="342900" indent="-342900">
              <a:buAutoNum type="ea1ChsPeriod"/>
            </a:pPr>
            <a:endParaRPr kumimoji="1" lang="en-US" altLang="zh-CN" dirty="0"/>
          </a:p>
          <a:p>
            <a:endParaRPr kumimoji="1" lang="en-US" altLang="zh-CN" dirty="0"/>
          </a:p>
        </p:txBody>
      </p:sp>
      <p:pic>
        <p:nvPicPr>
          <p:cNvPr id="4" name="图片 3"/>
          <p:cNvPicPr>
            <a:picLocks noChangeAspect="1"/>
          </p:cNvPicPr>
          <p:nvPr/>
        </p:nvPicPr>
        <p:blipFill>
          <a:blip r:embed="rId1"/>
          <a:stretch>
            <a:fillRect/>
          </a:stretch>
        </p:blipFill>
        <p:spPr>
          <a:xfrm>
            <a:off x="168348" y="1305341"/>
            <a:ext cx="7307448" cy="423422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19048" y="0"/>
            <a:ext cx="12172952" cy="856210"/>
          </a:xfrm>
        </p:spPr>
        <p:txBody>
          <a:bodyPr/>
          <a:lstStyle/>
          <a:p>
            <a:r>
              <a:rPr lang="zh-CN" altLang="en-US" dirty="0"/>
              <a:t>课题一：针对</a:t>
            </a:r>
            <a:r>
              <a:rPr lang="en-US" altLang="zh-CN" dirty="0"/>
              <a:t>RL</a:t>
            </a:r>
            <a:r>
              <a:rPr lang="zh-CN" altLang="en-US" dirty="0"/>
              <a:t>的解决方案</a:t>
            </a:r>
            <a:endParaRPr lang="zh-CN" altLang="en-US" dirty="0"/>
          </a:p>
        </p:txBody>
      </p:sp>
      <p:sp>
        <p:nvSpPr>
          <p:cNvPr id="10" name="文本框 9"/>
          <p:cNvSpPr txBox="1"/>
          <p:nvPr/>
        </p:nvSpPr>
        <p:spPr>
          <a:xfrm>
            <a:off x="7559749" y="1403497"/>
            <a:ext cx="4338083" cy="3416320"/>
          </a:xfrm>
          <a:prstGeom prst="rect">
            <a:avLst/>
          </a:prstGeom>
          <a:noFill/>
        </p:spPr>
        <p:txBody>
          <a:bodyPr wrap="square" rtlCol="0">
            <a:spAutoFit/>
          </a:bodyPr>
          <a:lstStyle/>
          <a:p>
            <a:r>
              <a:rPr kumimoji="1" lang="zh-CN" altLang="en-US" b="1" dirty="0"/>
              <a:t>二</a:t>
            </a:r>
            <a:r>
              <a:rPr kumimoji="1" lang="en-US" altLang="zh-CN" b="1" dirty="0"/>
              <a:t>.</a:t>
            </a:r>
            <a:r>
              <a:rPr kumimoji="1" lang="zh-CN" altLang="en-US" b="1" dirty="0"/>
              <a:t> 梯度冲突问题</a:t>
            </a:r>
            <a:endParaRPr kumimoji="1" lang="en-US" altLang="zh-CN" b="1" dirty="0"/>
          </a:p>
          <a:p>
            <a:endParaRPr kumimoji="1" lang="en-US" altLang="zh-CN" b="1" dirty="0"/>
          </a:p>
          <a:p>
            <a:r>
              <a:rPr kumimoji="1" lang="zh-CN" altLang="en-US" dirty="0"/>
              <a:t>设计</a:t>
            </a:r>
            <a:r>
              <a:rPr kumimoji="1" lang="en-US" altLang="zh-CN" dirty="0"/>
              <a:t>Token-level</a:t>
            </a:r>
            <a:r>
              <a:rPr kumimoji="1" lang="zh-CN" altLang="en-US" dirty="0"/>
              <a:t>的奖励机制，即不仅仅在完全匹配的情况下提供奖励信号。</a:t>
            </a:r>
            <a:r>
              <a:rPr kumimoji="1" lang="zh-CN" altLang="en-US" dirty="0">
                <a:solidFill>
                  <a:srgbClr val="FF0000"/>
                </a:solidFill>
              </a:rPr>
              <a:t>模型正确预测前缀也应该有部分奖励激励。</a:t>
            </a:r>
            <a:endParaRPr kumimoji="1" lang="en-US" altLang="zh-CN" dirty="0">
              <a:solidFill>
                <a:srgbClr val="FF0000"/>
              </a:solidFill>
            </a:endParaRPr>
          </a:p>
          <a:p>
            <a:endParaRPr kumimoji="1" lang="en-US" altLang="zh-CN" dirty="0">
              <a:solidFill>
                <a:srgbClr val="FF0000"/>
              </a:solidFill>
            </a:endParaRPr>
          </a:p>
          <a:p>
            <a:r>
              <a:rPr kumimoji="1" lang="zh-CN" altLang="en-US" dirty="0"/>
              <a:t>完全独立的</a:t>
            </a:r>
            <a:r>
              <a:rPr kumimoji="1" lang="en-US" altLang="zh-CN" dirty="0"/>
              <a:t>Token-level</a:t>
            </a:r>
            <a:r>
              <a:rPr kumimoji="1" lang="zh-CN" altLang="en-US" dirty="0"/>
              <a:t> 奖励容易出现</a:t>
            </a:r>
            <a:r>
              <a:rPr kumimoji="1" lang="en-US" altLang="zh-CN" dirty="0"/>
              <a:t>reward</a:t>
            </a:r>
            <a:r>
              <a:rPr kumimoji="1" lang="zh-CN" altLang="en-US" dirty="0"/>
              <a:t> </a:t>
            </a:r>
            <a:r>
              <a:rPr kumimoji="1" lang="en-US" altLang="zh-CN" dirty="0"/>
              <a:t>hacking</a:t>
            </a:r>
            <a:r>
              <a:rPr kumimoji="1" lang="zh-CN" altLang="en-US" dirty="0"/>
              <a:t>的现象（实验已验证）。因此设计</a:t>
            </a:r>
            <a:r>
              <a:rPr kumimoji="1" lang="zh-CN" altLang="en-US" dirty="0">
                <a:solidFill>
                  <a:srgbClr val="FF0000"/>
                </a:solidFill>
              </a:rPr>
              <a:t>基于前缀正确性的条件</a:t>
            </a:r>
            <a:r>
              <a:rPr kumimoji="1" lang="en-US" altLang="zh-CN" dirty="0">
                <a:solidFill>
                  <a:srgbClr val="FF0000"/>
                </a:solidFill>
              </a:rPr>
              <a:t>token-level</a:t>
            </a:r>
            <a:r>
              <a:rPr kumimoji="1" lang="zh-CN" altLang="en-US" dirty="0">
                <a:solidFill>
                  <a:srgbClr val="FF0000"/>
                </a:solidFill>
              </a:rPr>
              <a:t> 奖励。</a:t>
            </a:r>
            <a:endParaRPr kumimoji="1" lang="en-US" altLang="zh-CN" dirty="0">
              <a:solidFill>
                <a:srgbClr val="FF0000"/>
              </a:solidFill>
            </a:endParaRPr>
          </a:p>
          <a:p>
            <a:pPr marL="342900" indent="-342900">
              <a:buAutoNum type="ea1ChsPeriod"/>
            </a:pPr>
            <a:endParaRPr kumimoji="1" lang="en-US" altLang="zh-CN" dirty="0"/>
          </a:p>
          <a:p>
            <a:endParaRPr kumimoji="1" lang="en-US" altLang="zh-CN" dirty="0"/>
          </a:p>
        </p:txBody>
      </p:sp>
      <p:sp>
        <p:nvSpPr>
          <p:cNvPr id="2" name="文本框 1"/>
          <p:cNvSpPr txBox="1"/>
          <p:nvPr/>
        </p:nvSpPr>
        <p:spPr>
          <a:xfrm>
            <a:off x="382773" y="1305341"/>
            <a:ext cx="6804836" cy="4873832"/>
          </a:xfrm>
          <a:prstGeom prst="rect">
            <a:avLst/>
          </a:prstGeom>
          <a:noFill/>
        </p:spPr>
        <p:txBody>
          <a:bodyPr wrap="square" rtlCol="0">
            <a:spAutoFit/>
          </a:bodyPr>
          <a:lstStyle/>
          <a:p>
            <a:pPr marL="342900" indent="-342900">
              <a:buAutoNum type="ea1ChsPeriod"/>
            </a:pPr>
            <a:r>
              <a:rPr kumimoji="1" lang="zh-CN" altLang="en-US" b="1" dirty="0"/>
              <a:t>数据和奖励的稀疏性</a:t>
            </a:r>
            <a:endParaRPr kumimoji="1" lang="en-US" altLang="zh-CN" b="1" dirty="0"/>
          </a:p>
          <a:p>
            <a:pPr marL="342900" indent="-342900">
              <a:buAutoNum type="ea1ChsPeriod"/>
            </a:pPr>
            <a:endParaRPr kumimoji="1" lang="en-US" altLang="zh-CN" b="1" dirty="0"/>
          </a:p>
          <a:p>
            <a:r>
              <a:rPr kumimoji="1" lang="zh-CN" altLang="en-US" dirty="0"/>
              <a:t>对于数据的稀疏性，我们将</a:t>
            </a:r>
            <a:r>
              <a:rPr kumimoji="1" lang="zh-CN" altLang="en-US" dirty="0">
                <a:solidFill>
                  <a:srgbClr val="FF0000"/>
                </a:solidFill>
              </a:rPr>
              <a:t>融合多域数据</a:t>
            </a:r>
            <a:r>
              <a:rPr kumimoji="1" lang="zh-CN" altLang="en-US" dirty="0"/>
              <a:t>，统一进行编码和离散化处理，使多域数据</a:t>
            </a:r>
            <a:r>
              <a:rPr kumimoji="1" lang="zh-CN" altLang="en-US" dirty="0">
                <a:solidFill>
                  <a:srgbClr val="FF0000"/>
                </a:solidFill>
              </a:rPr>
              <a:t>共享同一个</a:t>
            </a:r>
            <a:r>
              <a:rPr kumimoji="1" lang="en-US" altLang="zh-CN" dirty="0">
                <a:solidFill>
                  <a:srgbClr val="FF0000"/>
                </a:solidFill>
              </a:rPr>
              <a:t>Token</a:t>
            </a:r>
            <a:r>
              <a:rPr kumimoji="1" lang="zh-CN" altLang="en-US" dirty="0">
                <a:solidFill>
                  <a:srgbClr val="FF0000"/>
                </a:solidFill>
              </a:rPr>
              <a:t>表征空间，</a:t>
            </a:r>
            <a:r>
              <a:rPr kumimoji="1" lang="zh-CN" altLang="en-US" dirty="0"/>
              <a:t>并同步进行</a:t>
            </a:r>
            <a:r>
              <a:rPr kumimoji="1" lang="en-US" altLang="zh-CN" dirty="0"/>
              <a:t>SFT</a:t>
            </a:r>
            <a:r>
              <a:rPr kumimoji="1" lang="zh-CN" altLang="en-US" dirty="0"/>
              <a:t>训练，提高模型在</a:t>
            </a:r>
            <a:r>
              <a:rPr kumimoji="1" lang="en-US" altLang="zh-CN" dirty="0"/>
              <a:t>SFT</a:t>
            </a:r>
            <a:r>
              <a:rPr kumimoji="1" lang="zh-CN" altLang="en-US" dirty="0"/>
              <a:t>阶段对整个</a:t>
            </a:r>
            <a:r>
              <a:rPr kumimoji="1" lang="en-US" altLang="zh-CN" dirty="0"/>
              <a:t>Token</a:t>
            </a:r>
            <a:r>
              <a:rPr kumimoji="1" lang="zh-CN" altLang="en-US" dirty="0"/>
              <a:t>空间的理解能力，并强化新</a:t>
            </a:r>
            <a:r>
              <a:rPr kumimoji="1" lang="en-US" altLang="zh-CN" dirty="0"/>
              <a:t>Token</a:t>
            </a:r>
            <a:r>
              <a:rPr kumimoji="1" lang="zh-CN" altLang="en-US" dirty="0"/>
              <a:t>与原始词表的融合。</a:t>
            </a:r>
            <a:endParaRPr kumimoji="1" lang="en-US" altLang="zh-CN" dirty="0"/>
          </a:p>
          <a:p>
            <a:endParaRPr kumimoji="1" lang="en-US" altLang="zh-CN" dirty="0"/>
          </a:p>
          <a:p>
            <a:r>
              <a:rPr kumimoji="1" lang="zh-CN" altLang="en-US" dirty="0"/>
              <a:t>同时在</a:t>
            </a:r>
            <a:r>
              <a:rPr kumimoji="1" lang="en-US" altLang="zh-CN" dirty="0"/>
              <a:t>RL</a:t>
            </a:r>
            <a:r>
              <a:rPr kumimoji="1" lang="zh-CN" altLang="en-US" dirty="0"/>
              <a:t>阶段，我们进一步进行数据的扩充，即原始的一条训练样本可被分解为多条样本进行训练（模型不需要完整预测</a:t>
            </a:r>
            <a:r>
              <a:rPr kumimoji="1" lang="en-US" altLang="zh-CN" dirty="0"/>
              <a:t>4</a:t>
            </a:r>
            <a:r>
              <a:rPr kumimoji="1" lang="zh-CN" altLang="en-US" dirty="0"/>
              <a:t>个</a:t>
            </a:r>
            <a:r>
              <a:rPr kumimoji="1" lang="en-US" altLang="zh-CN" dirty="0"/>
              <a:t>token,</a:t>
            </a:r>
            <a:r>
              <a:rPr kumimoji="1" lang="zh-CN" altLang="en-US" dirty="0"/>
              <a:t> 可以给</a:t>
            </a:r>
            <a:r>
              <a:rPr kumimoji="1" lang="zh-CN" altLang="en-US" dirty="0">
                <a:solidFill>
                  <a:srgbClr val="FF0000"/>
                </a:solidFill>
              </a:rPr>
              <a:t>出提示性前缀，从而只需要预测最后的</a:t>
            </a:r>
            <a:r>
              <a:rPr kumimoji="1" lang="en-US" altLang="zh-CN" dirty="0">
                <a:solidFill>
                  <a:srgbClr val="FF0000"/>
                </a:solidFill>
              </a:rPr>
              <a:t>2/3</a:t>
            </a:r>
            <a:r>
              <a:rPr kumimoji="1" lang="zh-CN" altLang="en-US" dirty="0">
                <a:solidFill>
                  <a:srgbClr val="FF0000"/>
                </a:solidFill>
              </a:rPr>
              <a:t>个</a:t>
            </a:r>
            <a:r>
              <a:rPr kumimoji="1" lang="en-US" altLang="zh-CN" dirty="0">
                <a:solidFill>
                  <a:srgbClr val="FF0000"/>
                </a:solidFill>
              </a:rPr>
              <a:t>token</a:t>
            </a:r>
            <a:r>
              <a:rPr kumimoji="1" lang="zh-CN" altLang="en-US" dirty="0"/>
              <a:t>即可）</a:t>
            </a:r>
            <a:endParaRPr kumimoji="1" lang="en-US" altLang="zh-CN" dirty="0"/>
          </a:p>
          <a:p>
            <a:endParaRPr kumimoji="1" lang="en-US" altLang="zh-CN" dirty="0"/>
          </a:p>
          <a:p>
            <a:endParaRPr kumimoji="1" lang="en-US" altLang="zh-CN" dirty="0"/>
          </a:p>
          <a:p>
            <a:r>
              <a:rPr kumimoji="1" lang="zh-CN" altLang="en-US" dirty="0"/>
              <a:t>对于奖励信号的稀疏性，在</a:t>
            </a:r>
            <a:r>
              <a:rPr kumimoji="1" lang="en-US" altLang="zh-CN" dirty="0"/>
              <a:t>RL</a:t>
            </a:r>
            <a:r>
              <a:rPr kumimoji="1" lang="zh-CN" altLang="en-US" dirty="0"/>
              <a:t>阶段，</a:t>
            </a:r>
            <a:r>
              <a:rPr kumimoji="1" lang="zh-CN" altLang="en-US" dirty="0">
                <a:solidFill>
                  <a:srgbClr val="FF0000"/>
                </a:solidFill>
              </a:rPr>
              <a:t>引入 </a:t>
            </a:r>
            <a:r>
              <a:rPr kumimoji="1" lang="en-US" altLang="zh-CN" dirty="0">
                <a:solidFill>
                  <a:srgbClr val="FF0000"/>
                </a:solidFill>
              </a:rPr>
              <a:t>RL</a:t>
            </a:r>
            <a:r>
              <a:rPr kumimoji="1" lang="zh-CN" altLang="en-US" dirty="0">
                <a:solidFill>
                  <a:srgbClr val="FF0000"/>
                </a:solidFill>
              </a:rPr>
              <a:t> 与 </a:t>
            </a:r>
            <a:r>
              <a:rPr kumimoji="1" lang="en-US" altLang="zh-CN" dirty="0">
                <a:solidFill>
                  <a:srgbClr val="FF0000"/>
                </a:solidFill>
              </a:rPr>
              <a:t>SFT</a:t>
            </a:r>
            <a:r>
              <a:rPr kumimoji="1" lang="zh-CN" altLang="en-US" dirty="0">
                <a:solidFill>
                  <a:srgbClr val="FF0000"/>
                </a:solidFill>
              </a:rPr>
              <a:t> 的共同监督信号</a:t>
            </a:r>
            <a:r>
              <a:rPr kumimoji="1" lang="zh-CN" altLang="en-US" dirty="0"/>
              <a:t>。</a:t>
            </a:r>
            <a:r>
              <a:rPr kumimoji="1" lang="en-US" altLang="zh-CN" dirty="0"/>
              <a:t>RL</a:t>
            </a:r>
            <a:r>
              <a:rPr kumimoji="1" lang="zh-CN" altLang="en-US" dirty="0"/>
              <a:t> </a:t>
            </a:r>
            <a:r>
              <a:rPr kumimoji="1" lang="en-US" altLang="zh-CN" dirty="0"/>
              <a:t>Loss</a:t>
            </a:r>
            <a:r>
              <a:rPr kumimoji="1" lang="zh-CN" altLang="en-US" dirty="0"/>
              <a:t>提高模型的泛化预测能力，</a:t>
            </a:r>
            <a:r>
              <a:rPr kumimoji="1" lang="en-US" altLang="zh-CN" dirty="0"/>
              <a:t>SFT</a:t>
            </a:r>
            <a:r>
              <a:rPr kumimoji="1" lang="zh-CN" altLang="en-US" dirty="0"/>
              <a:t> </a:t>
            </a:r>
            <a:r>
              <a:rPr kumimoji="1" lang="en-US" altLang="zh-CN" dirty="0"/>
              <a:t>Loss</a:t>
            </a:r>
            <a:r>
              <a:rPr kumimoji="1" lang="zh-CN" altLang="en-US" dirty="0"/>
              <a:t> 可以避免梯度完全消失的情况，辅助模型的记忆和更新。</a:t>
            </a:r>
            <a:endParaRPr kumimoji="1" lang="en-US" altLang="zh-CN" dirty="0"/>
          </a:p>
          <a:p>
            <a:endParaRPr kumimoji="1" lang="en-US" altLang="zh-CN" dirty="0"/>
          </a:p>
        </p:txBody>
      </p:sp>
      <p:sp>
        <p:nvSpPr>
          <p:cNvPr id="5" name="AutoShape 2" descr="飞书文档 - 图片"/>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19048" y="0"/>
            <a:ext cx="12172952" cy="856210"/>
          </a:xfrm>
        </p:spPr>
        <p:txBody>
          <a:bodyPr/>
          <a:lstStyle/>
          <a:p>
            <a:r>
              <a:rPr lang="zh-CN" altLang="en-US" dirty="0"/>
              <a:t>课题一：现有的实验总结</a:t>
            </a:r>
            <a:endParaRPr lang="zh-CN" altLang="en-US" dirty="0"/>
          </a:p>
        </p:txBody>
      </p:sp>
      <p:sp>
        <p:nvSpPr>
          <p:cNvPr id="10" name="文本框 9"/>
          <p:cNvSpPr txBox="1"/>
          <p:nvPr/>
        </p:nvSpPr>
        <p:spPr>
          <a:xfrm>
            <a:off x="7581014" y="1305341"/>
            <a:ext cx="4316818" cy="646331"/>
          </a:xfrm>
          <a:prstGeom prst="rect">
            <a:avLst/>
          </a:prstGeom>
          <a:noFill/>
        </p:spPr>
        <p:txBody>
          <a:bodyPr wrap="square" rtlCol="0">
            <a:spAutoFit/>
          </a:bodyPr>
          <a:lstStyle/>
          <a:p>
            <a:pPr marL="342900" indent="-342900">
              <a:buAutoNum type="ea1ChsPeriod"/>
            </a:pPr>
            <a:endParaRPr kumimoji="1" lang="en-US" altLang="zh-CN" dirty="0"/>
          </a:p>
          <a:p>
            <a:endParaRPr kumimoji="1" lang="en-US" altLang="zh-CN" dirty="0"/>
          </a:p>
        </p:txBody>
      </p:sp>
      <p:sp>
        <p:nvSpPr>
          <p:cNvPr id="5" name="AutoShape 2" descr="飞书文档 - 图片"/>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文本框 6"/>
          <p:cNvSpPr txBox="1"/>
          <p:nvPr/>
        </p:nvSpPr>
        <p:spPr>
          <a:xfrm>
            <a:off x="485775" y="1184275"/>
            <a:ext cx="11068685" cy="4246245"/>
          </a:xfrm>
          <a:prstGeom prst="rect">
            <a:avLst/>
          </a:prstGeom>
          <a:noFill/>
        </p:spPr>
        <p:txBody>
          <a:bodyPr wrap="square" rtlCol="0">
            <a:spAutoFit/>
          </a:bodyPr>
          <a:p>
            <a:r>
              <a:rPr lang="zh-CN" altLang="en-US" b="1"/>
              <a:t>一</a:t>
            </a:r>
            <a:r>
              <a:rPr lang="en-US" altLang="zh-CN" b="1"/>
              <a:t>、Baseline </a:t>
            </a:r>
            <a:r>
              <a:rPr lang="zh-CN" altLang="en-US" b="1"/>
              <a:t>完整复现</a:t>
            </a:r>
            <a:endParaRPr lang="zh-CN" altLang="en-US" b="1"/>
          </a:p>
          <a:p>
            <a:endParaRPr lang="en-US" altLang="zh-CN"/>
          </a:p>
          <a:p>
            <a:r>
              <a:rPr lang="zh-CN" altLang="en-US"/>
              <a:t>在当前数据设置下，完整复现了</a:t>
            </a:r>
            <a:r>
              <a:rPr lang="en-US" altLang="zh-CN"/>
              <a:t> TIGER</a:t>
            </a:r>
            <a:r>
              <a:rPr lang="zh-CN" altLang="en-US"/>
              <a:t>、</a:t>
            </a:r>
            <a:r>
              <a:rPr lang="en-US" altLang="zh-CN"/>
              <a:t>LC-Rec</a:t>
            </a:r>
            <a:r>
              <a:rPr lang="zh-CN" altLang="en-US"/>
              <a:t>、</a:t>
            </a:r>
            <a:r>
              <a:rPr lang="en-US" altLang="zh-CN"/>
              <a:t>MQL4GRec </a:t>
            </a:r>
            <a:r>
              <a:rPr lang="zh-CN" altLang="en-US"/>
              <a:t>等主流方法，打通数据预处理、训练脚本和统一评测流程。</a:t>
            </a:r>
            <a:endParaRPr lang="zh-CN" altLang="en-US"/>
          </a:p>
          <a:p>
            <a:r>
              <a:rPr lang="zh-CN" altLang="en-US"/>
              <a:t>对比论文与公开实现，</a:t>
            </a:r>
            <a:r>
              <a:rPr lang="en-US" altLang="zh-CN"/>
              <a:t>Hit@K / NDCG@K </a:t>
            </a:r>
            <a:r>
              <a:rPr lang="zh-CN" altLang="en-US"/>
              <a:t>等核心指标基本对齐，为后续方法提供了可信的对照基线和统一</a:t>
            </a:r>
            <a:r>
              <a:rPr lang="en-US" altLang="zh-CN"/>
              <a:t> benchmark</a:t>
            </a:r>
            <a:r>
              <a:rPr lang="zh-CN" altLang="en-US"/>
              <a:t>。</a:t>
            </a:r>
            <a:endParaRPr lang="zh-CN" altLang="en-US"/>
          </a:p>
          <a:p>
            <a:endParaRPr lang="zh-CN" altLang="en-US"/>
          </a:p>
          <a:p>
            <a:r>
              <a:rPr lang="zh-CN" altLang="en-US" b="1"/>
              <a:t>二</a:t>
            </a:r>
            <a:r>
              <a:rPr lang="en-US" altLang="zh-CN" b="1"/>
              <a:t>、</a:t>
            </a:r>
            <a:r>
              <a:rPr lang="zh-CN" altLang="en-US" b="1"/>
              <a:t>多模态大模型</a:t>
            </a:r>
            <a:r>
              <a:rPr lang="en-US" altLang="zh-CN" b="1"/>
              <a:t> SFT </a:t>
            </a:r>
            <a:r>
              <a:rPr lang="zh-CN" altLang="en-US" b="1"/>
              <a:t>流程搭建与最优</a:t>
            </a:r>
            <a:r>
              <a:rPr lang="en-US" altLang="zh-CN" b="1"/>
              <a:t> setting </a:t>
            </a:r>
            <a:r>
              <a:rPr lang="zh-CN" altLang="en-US" b="1"/>
              <a:t>确定</a:t>
            </a:r>
            <a:endParaRPr lang="zh-CN" altLang="en-US" b="1"/>
          </a:p>
          <a:p>
            <a:endParaRPr lang="en-US" altLang="zh-CN"/>
          </a:p>
          <a:p>
            <a:r>
              <a:rPr lang="zh-CN" altLang="en-US"/>
              <a:t>在多模态大模型上搭建了整体训练流程，支持推荐序列预测（</a:t>
            </a:r>
            <a:r>
              <a:rPr lang="en-US" altLang="zh-CN"/>
              <a:t>seqrec</a:t>
            </a:r>
            <a:r>
              <a:rPr lang="zh-CN" altLang="en-US"/>
              <a:t>）和物品</a:t>
            </a:r>
            <a:r>
              <a:rPr lang="en-US" altLang="en-US"/>
              <a:t>→</a:t>
            </a:r>
            <a:r>
              <a:rPr lang="en-US" altLang="zh-CN"/>
              <a:t>token </a:t>
            </a:r>
            <a:r>
              <a:rPr lang="zh-CN" altLang="en-US"/>
              <a:t>对齐等任务。</a:t>
            </a:r>
            <a:endParaRPr lang="zh-CN" altLang="en-US"/>
          </a:p>
          <a:p>
            <a:r>
              <a:rPr lang="zh-CN" altLang="en-US"/>
              <a:t>系统对比了多种任务组合（如纯</a:t>
            </a:r>
            <a:r>
              <a:rPr lang="en-US" altLang="zh-CN"/>
              <a:t> seqrec</a:t>
            </a:r>
            <a:r>
              <a:rPr lang="zh-CN" altLang="en-US"/>
              <a:t>、</a:t>
            </a:r>
            <a:r>
              <a:rPr lang="en-US" altLang="zh-CN"/>
              <a:t>seqrec+item2index</a:t>
            </a:r>
            <a:r>
              <a:rPr lang="zh-CN" altLang="en-US"/>
              <a:t>、</a:t>
            </a:r>
            <a:r>
              <a:rPr lang="en-US" altLang="zh-CN"/>
              <a:t>seqrec+index2item </a:t>
            </a:r>
            <a:r>
              <a:rPr lang="zh-CN" altLang="en-US"/>
              <a:t>等），从收敛速度和推荐指标两方面进行评估。</a:t>
            </a:r>
            <a:endParaRPr lang="zh-CN" altLang="en-US"/>
          </a:p>
          <a:p>
            <a:r>
              <a:rPr lang="zh-CN" altLang="en-US"/>
              <a:t>当前结论是：</a:t>
            </a:r>
            <a:r>
              <a:rPr lang="en-US" altLang="zh-CN"/>
              <a:t>“</a:t>
            </a:r>
            <a:r>
              <a:rPr lang="zh-CN" altLang="en-US"/>
              <a:t>推荐序列预测</a:t>
            </a:r>
            <a:r>
              <a:rPr lang="en-US" altLang="zh-CN"/>
              <a:t> + </a:t>
            </a:r>
            <a:r>
              <a:rPr lang="zh-CN" altLang="en-US"/>
              <a:t>物品</a:t>
            </a:r>
            <a:r>
              <a:rPr lang="en-US" altLang="en-US"/>
              <a:t>→</a:t>
            </a:r>
            <a:r>
              <a:rPr lang="en-US" altLang="zh-CN"/>
              <a:t>token </a:t>
            </a:r>
            <a:r>
              <a:rPr lang="zh-CN" altLang="en-US"/>
              <a:t>对齐</a:t>
            </a:r>
            <a:r>
              <a:rPr lang="en-US" altLang="zh-CN"/>
              <a:t>”</a:t>
            </a:r>
            <a:r>
              <a:rPr lang="zh-CN" altLang="en-US"/>
              <a:t>作为微调阶段的联合任务，在训练稳定性和效果上表现最好，确定为后续实验的默认</a:t>
            </a:r>
            <a:r>
              <a:rPr lang="en-US" altLang="zh-CN"/>
              <a:t> SFT setting</a:t>
            </a:r>
            <a:r>
              <a:rPr lang="zh-CN" altLang="en-US"/>
              <a:t>。</a:t>
            </a:r>
            <a:endParaRPr lang="zh-CN" altLang="en-US"/>
          </a:p>
          <a:p>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0"/>
          </p:nvPr>
        </p:nvSpPr>
        <p:spPr/>
        <p:txBody>
          <a:bodyPr/>
          <a:p>
            <a:r>
              <a:rPr lang="zh-CN" altLang="en-US" dirty="0">
                <a:sym typeface="+mn-ea"/>
              </a:rPr>
              <a:t>课题一：现有的实验总结</a:t>
            </a:r>
            <a:endParaRPr lang="zh-CN" altLang="en-US"/>
          </a:p>
        </p:txBody>
      </p:sp>
      <p:sp>
        <p:nvSpPr>
          <p:cNvPr id="3" name="内容占位符 2"/>
          <p:cNvSpPr>
            <a:spLocks noGrp="1"/>
          </p:cNvSpPr>
          <p:nvPr>
            <p:ph sz="quarter" idx="11"/>
          </p:nvPr>
        </p:nvSpPr>
        <p:spPr/>
        <p:txBody>
          <a:bodyPr>
            <a:normAutofit/>
          </a:bodyPr>
          <a:p>
            <a:pPr marL="0" indent="0">
              <a:buNone/>
            </a:pPr>
            <a:r>
              <a:rPr kumimoji="1" lang="zh-CN" altLang="en-US" sz="1800" b="1" dirty="0">
                <a:sym typeface="+mn-ea"/>
              </a:rPr>
              <a:t>三</a:t>
            </a:r>
            <a:r>
              <a:rPr kumimoji="1" lang="en-US" altLang="zh-CN" sz="1800" b="1" dirty="0">
                <a:sym typeface="+mn-ea"/>
              </a:rPr>
              <a:t>、</a:t>
            </a:r>
            <a:r>
              <a:rPr kumimoji="1" lang="zh-CN" altLang="en-US" sz="1800" b="1" dirty="0">
                <a:sym typeface="+mn-ea"/>
              </a:rPr>
              <a:t>RL 阶段代码与奖励设计探索</a:t>
            </a:r>
            <a:endParaRPr kumimoji="1" lang="zh-CN" altLang="en-US" sz="1800" b="1" dirty="0"/>
          </a:p>
          <a:p>
            <a:pPr marL="0" algn="l">
              <a:lnSpc>
                <a:spcPct val="100000"/>
              </a:lnSpc>
              <a:buClrTx/>
              <a:buSzTx/>
              <a:buNone/>
            </a:pPr>
            <a:r>
              <a:rPr kumimoji="1" lang="zh-CN" altLang="en-US" sz="1800" dirty="0">
                <a:sym typeface="+mn-ea"/>
              </a:rPr>
              <a:t>基于现有 SFT 模型，完成 RL 阶段基本代码框架，实现了 rollout 采样、reward 计算接口（支持 rule / ranking / NDCG 等）、优势估计与参数更新流程。</a:t>
            </a:r>
            <a:endParaRPr kumimoji="1" lang="zh-CN" altLang="en-US" sz="1800" dirty="0"/>
          </a:p>
          <a:p>
            <a:pPr marL="0" algn="l">
              <a:lnSpc>
                <a:spcPct val="100000"/>
              </a:lnSpc>
              <a:buClrTx/>
              <a:buSzTx/>
              <a:buNone/>
            </a:pPr>
            <a:r>
              <a:rPr kumimoji="1" lang="zh-CN" altLang="en-US" sz="1800" dirty="0">
                <a:sym typeface="+mn-ea"/>
              </a:rPr>
              <a:t>对 format reward 做了消融：在多模态模型（带视觉）的场景中，如果不显式加入 format reward，模型输出容易出现格式漂移，需要依赖 format reward 维持合法输出；而在纯文本 LLM 上，即使不加 format reward，格式也相对稳定，可在一定程度上简化奖励设计。</a:t>
            </a:r>
            <a:endParaRPr kumimoji="1" lang="zh-CN" altLang="en-US" sz="1800" dirty="0"/>
          </a:p>
          <a:p>
            <a:pPr marL="0" algn="l">
              <a:lnSpc>
                <a:spcPct val="100000"/>
              </a:lnSpc>
              <a:buClrTx/>
              <a:buSzTx/>
              <a:buNone/>
            </a:pPr>
            <a:r>
              <a:rPr kumimoji="1" lang="zh-CN" altLang="en-US" sz="1800" dirty="0">
                <a:sym typeface="+mn-ea"/>
              </a:rPr>
              <a:t>系统比较了 rule_only、ndcg_only、rule+ndcg 三种 reward setting，实验表明 rule+ndcg 组合整体效果最好，在保持格式的前提下对 Hit@K / NDCG@K 有更稳定的提升。</a:t>
            </a:r>
            <a:endParaRPr kumimoji="1" lang="zh-CN" altLang="en-US" sz="1800" dirty="0"/>
          </a:p>
          <a:p>
            <a:pPr marL="0" algn="l">
              <a:lnSpc>
                <a:spcPct val="100000"/>
              </a:lnSpc>
              <a:buClrTx/>
              <a:buSzTx/>
              <a:buNone/>
            </a:pPr>
            <a:r>
              <a:rPr kumimoji="1" lang="zh-CN" altLang="en-US" sz="1800" dirty="0">
                <a:sym typeface="+mn-ea"/>
              </a:rPr>
              <a:t>初步尝试将 UFT 范式（在 RL 中引入 SFT 辅助损失）融入推荐 RL 训练，观察到对 pass@K 指标有一定增益，为后续引入更多“RL + SFT”混合范式提供了依据。</a:t>
            </a:r>
            <a:endParaRPr kumimoji="1" lang="zh-CN" altLang="en-US" sz="1800" dirty="0"/>
          </a:p>
          <a:p>
            <a:pPr marL="0" indent="0">
              <a:buNone/>
            </a:pPr>
            <a:endParaRPr lang="zh-CN" altLang="en-US"/>
          </a:p>
          <a:p>
            <a:pPr marL="0" indent="0">
              <a:buNone/>
            </a:pP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11"/>
          <p:cNvSpPr txBox="1"/>
          <p:nvPr/>
        </p:nvSpPr>
        <p:spPr>
          <a:xfrm>
            <a:off x="5943600" y="1908279"/>
            <a:ext cx="5467350" cy="1638300"/>
          </a:xfrm>
          <a:prstGeom prst="rect">
            <a:avLst/>
          </a:prstGeom>
        </p:spPr>
        <p:txBody>
          <a:bodyPr vert="horz" lIns="144000" tIns="144000" rIns="144000" bIns="144000" rtlCol="0" anchor="ctr" anchorCtr="0">
            <a:normAutofit fontScale="92500"/>
          </a:bodyPr>
          <a:lstStyle>
            <a:lvl1pPr marL="0" indent="0" algn="ctr" defTabSz="914400" rtl="0" eaLnBrk="1" latinLnBrk="0" hangingPunct="1">
              <a:lnSpc>
                <a:spcPct val="100000"/>
              </a:lnSpc>
              <a:spcBef>
                <a:spcPts val="1000"/>
              </a:spcBef>
              <a:buFont typeface="Arial" panose="020B060402020209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dirty="0"/>
              <a:t>成果概括与讨论</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内容页</a:t>
            </a:r>
            <a:r>
              <a:rPr lang="en-US" altLang="zh-CN" dirty="0"/>
              <a:t>-</a:t>
            </a:r>
            <a:r>
              <a:rPr lang="zh-CN" altLang="en-US" dirty="0"/>
              <a:t>表格</a:t>
            </a:r>
            <a:endParaRPr lang="zh-CN" altLang="en-US" dirty="0"/>
          </a:p>
        </p:txBody>
      </p:sp>
      <p:graphicFrame>
        <p:nvGraphicFramePr>
          <p:cNvPr id="11" name="表格 10"/>
          <p:cNvGraphicFramePr>
            <a:graphicFrameLocks noGrp="1"/>
          </p:cNvGraphicFramePr>
          <p:nvPr/>
        </p:nvGraphicFramePr>
        <p:xfrm>
          <a:off x="729974" y="1673821"/>
          <a:ext cx="5037592" cy="1725360"/>
        </p:xfrm>
        <a:graphic>
          <a:graphicData uri="http://schemas.openxmlformats.org/drawingml/2006/table">
            <a:tbl>
              <a:tblPr firstRow="1" bandRow="1">
                <a:tableStyleId>{5C22544A-7EE6-4342-B048-85BDC9FD1C3A}</a:tableStyleId>
              </a:tblPr>
              <a:tblGrid>
                <a:gridCol w="1259398"/>
                <a:gridCol w="1259398"/>
                <a:gridCol w="1259398"/>
                <a:gridCol w="1259398"/>
              </a:tblGrid>
              <a:tr h="431340">
                <a:tc>
                  <a:txBody>
                    <a:bodyPr/>
                    <a:lstStyle/>
                    <a:p>
                      <a:pPr algn="ctr"/>
                      <a:r>
                        <a:rPr lang="zh-CN" altLang="en-US" dirty="0"/>
                        <a:t>标题</a:t>
                      </a:r>
                      <a:r>
                        <a:rPr lang="en-US" altLang="zh-CN" dirty="0"/>
                        <a:t>1</a:t>
                      </a:r>
                      <a:endParaRPr lang="zh-CN" altLang="en-US" dirty="0"/>
                    </a:p>
                  </a:txBody>
                  <a:tcPr/>
                </a:tc>
                <a:tc>
                  <a:txBody>
                    <a:bodyPr/>
                    <a:lstStyle/>
                    <a:p>
                      <a:pPr algn="ctr"/>
                      <a:r>
                        <a:rPr lang="zh-CN" altLang="en-US" dirty="0"/>
                        <a:t>标题</a:t>
                      </a:r>
                      <a:r>
                        <a:rPr lang="en-US" altLang="zh-CN" dirty="0"/>
                        <a:t>2</a:t>
                      </a:r>
                      <a:endParaRPr lang="en-US" altLang="zh-CN" dirty="0"/>
                    </a:p>
                  </a:txBody>
                  <a:tcPr/>
                </a:tc>
                <a:tc>
                  <a:txBody>
                    <a:bodyPr/>
                    <a:lstStyle/>
                    <a:p>
                      <a:pPr algn="ctr"/>
                      <a:r>
                        <a:rPr lang="zh-CN" altLang="en-US" dirty="0"/>
                        <a:t>标题</a:t>
                      </a:r>
                      <a:r>
                        <a:rPr lang="en-US" altLang="zh-CN" dirty="0"/>
                        <a:t>3</a:t>
                      </a:r>
                      <a:endParaRPr lang="en-US" altLang="zh-CN" dirty="0"/>
                    </a:p>
                  </a:txBody>
                  <a:tcPr/>
                </a:tc>
                <a:tc>
                  <a:txBody>
                    <a:bodyPr/>
                    <a:lstStyle/>
                    <a:p>
                      <a:pPr algn="ctr"/>
                      <a:r>
                        <a:rPr lang="zh-CN" altLang="en-US" dirty="0"/>
                        <a:t>标题</a:t>
                      </a:r>
                      <a:r>
                        <a:rPr lang="en-US" altLang="zh-CN" dirty="0"/>
                        <a:t>4</a:t>
                      </a:r>
                      <a:endParaRPr lang="en-US" altLang="zh-CN" dirty="0"/>
                    </a:p>
                  </a:txBody>
                  <a:tcPr/>
                </a:tc>
              </a:tr>
              <a:tr h="431340">
                <a:tc>
                  <a:txBody>
                    <a:bodyPr/>
                    <a:lstStyle/>
                    <a:p>
                      <a:pPr algn="ctr"/>
                      <a:endParaRPr lang="zh-CN" altLang="en-US"/>
                    </a:p>
                  </a:txBody>
                  <a:tcPr/>
                </a:tc>
                <a:tc>
                  <a:txBody>
                    <a:bodyPr/>
                    <a:lstStyle/>
                    <a:p>
                      <a:pPr algn="ctr"/>
                      <a:endParaRPr lang="zh-CN" altLang="en-US" dirty="0"/>
                    </a:p>
                  </a:txBody>
                  <a:tcPr/>
                </a:tc>
                <a:tc>
                  <a:txBody>
                    <a:bodyPr/>
                    <a:lstStyle/>
                    <a:p>
                      <a:pPr algn="ctr"/>
                      <a:endParaRPr lang="zh-CN" altLang="en-US"/>
                    </a:p>
                  </a:txBody>
                  <a:tcPr/>
                </a:tc>
                <a:tc>
                  <a:txBody>
                    <a:bodyPr/>
                    <a:lstStyle/>
                    <a:p>
                      <a:pPr algn="ctr"/>
                      <a:endParaRPr lang="zh-CN" altLang="en-US"/>
                    </a:p>
                  </a:txBody>
                  <a:tcPr/>
                </a:tc>
              </a:tr>
              <a:tr h="431340">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dirty="0"/>
                    </a:p>
                  </a:txBody>
                  <a:tcPr/>
                </a:tc>
                <a:tc>
                  <a:txBody>
                    <a:bodyPr/>
                    <a:lstStyle/>
                    <a:p>
                      <a:pPr algn="ctr"/>
                      <a:endParaRPr lang="zh-CN" altLang="en-US"/>
                    </a:p>
                  </a:txBody>
                  <a:tcPr/>
                </a:tc>
              </a:tr>
              <a:tr h="431340">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dirty="0"/>
                    </a:p>
                  </a:txBody>
                  <a:tcPr/>
                </a:tc>
              </a:tr>
            </a:tbl>
          </a:graphicData>
        </a:graphic>
      </p:graphicFrame>
      <p:graphicFrame>
        <p:nvGraphicFramePr>
          <p:cNvPr id="12" name="表格 11"/>
          <p:cNvGraphicFramePr>
            <a:graphicFrameLocks noGrp="1"/>
          </p:cNvGraphicFramePr>
          <p:nvPr/>
        </p:nvGraphicFramePr>
        <p:xfrm>
          <a:off x="729974" y="3978252"/>
          <a:ext cx="5037592" cy="1725360"/>
        </p:xfrm>
        <a:graphic>
          <a:graphicData uri="http://schemas.openxmlformats.org/drawingml/2006/table">
            <a:tbl>
              <a:tblPr firstRow="1" bandRow="1">
                <a:tableStyleId>{BC89EF96-8CEA-46FF-86C4-4CE0E7609802}</a:tableStyleId>
              </a:tblPr>
              <a:tblGrid>
                <a:gridCol w="1259398"/>
                <a:gridCol w="1259398"/>
                <a:gridCol w="1259398"/>
                <a:gridCol w="1259398"/>
              </a:tblGrid>
              <a:tr h="431340">
                <a:tc>
                  <a:txBody>
                    <a:bodyPr/>
                    <a:lstStyle/>
                    <a:p>
                      <a:pPr algn="ctr"/>
                      <a:r>
                        <a:rPr lang="zh-CN" altLang="en-US" dirty="0"/>
                        <a:t>标题</a:t>
                      </a:r>
                      <a:r>
                        <a:rPr lang="en-US" altLang="zh-CN" dirty="0"/>
                        <a:t>1</a:t>
                      </a:r>
                      <a:endParaRPr lang="zh-CN" altLang="en-US" dirty="0"/>
                    </a:p>
                  </a:txBody>
                  <a:tcPr/>
                </a:tc>
                <a:tc>
                  <a:txBody>
                    <a:bodyPr/>
                    <a:lstStyle/>
                    <a:p>
                      <a:pPr algn="ctr"/>
                      <a:r>
                        <a:rPr lang="zh-CN" altLang="en-US" dirty="0"/>
                        <a:t>标题</a:t>
                      </a:r>
                      <a:r>
                        <a:rPr lang="en-US" altLang="zh-CN" dirty="0"/>
                        <a:t>2</a:t>
                      </a:r>
                      <a:endParaRPr lang="en-US" altLang="zh-CN" dirty="0"/>
                    </a:p>
                  </a:txBody>
                  <a:tcPr/>
                </a:tc>
                <a:tc>
                  <a:txBody>
                    <a:bodyPr/>
                    <a:lstStyle/>
                    <a:p>
                      <a:pPr algn="ctr"/>
                      <a:r>
                        <a:rPr lang="zh-CN" altLang="en-US" dirty="0"/>
                        <a:t>标题</a:t>
                      </a:r>
                      <a:r>
                        <a:rPr lang="en-US" altLang="zh-CN" dirty="0"/>
                        <a:t>3</a:t>
                      </a:r>
                      <a:endParaRPr lang="en-US" altLang="zh-CN" dirty="0"/>
                    </a:p>
                  </a:txBody>
                  <a:tcPr/>
                </a:tc>
                <a:tc>
                  <a:txBody>
                    <a:bodyPr/>
                    <a:lstStyle/>
                    <a:p>
                      <a:pPr algn="ctr"/>
                      <a:r>
                        <a:rPr lang="zh-CN" altLang="en-US" dirty="0"/>
                        <a:t>标题</a:t>
                      </a:r>
                      <a:r>
                        <a:rPr lang="en-US" altLang="zh-CN" dirty="0"/>
                        <a:t>4</a:t>
                      </a:r>
                      <a:endParaRPr lang="en-US" altLang="zh-CN" dirty="0"/>
                    </a:p>
                  </a:txBody>
                  <a:tcPr/>
                </a:tc>
              </a:tr>
              <a:tr h="431340">
                <a:tc>
                  <a:txBody>
                    <a:bodyPr/>
                    <a:lstStyle/>
                    <a:p>
                      <a:pPr algn="ctr"/>
                      <a:endParaRPr lang="zh-CN" altLang="en-US"/>
                    </a:p>
                  </a:txBody>
                  <a:tcPr/>
                </a:tc>
                <a:tc>
                  <a:txBody>
                    <a:bodyPr/>
                    <a:lstStyle/>
                    <a:p>
                      <a:pPr algn="ctr"/>
                      <a:endParaRPr lang="zh-CN" altLang="en-US" dirty="0"/>
                    </a:p>
                  </a:txBody>
                  <a:tcPr/>
                </a:tc>
                <a:tc>
                  <a:txBody>
                    <a:bodyPr/>
                    <a:lstStyle/>
                    <a:p>
                      <a:pPr algn="ctr"/>
                      <a:endParaRPr lang="zh-CN" altLang="en-US"/>
                    </a:p>
                  </a:txBody>
                  <a:tcPr/>
                </a:tc>
                <a:tc>
                  <a:txBody>
                    <a:bodyPr/>
                    <a:lstStyle/>
                    <a:p>
                      <a:pPr algn="ctr"/>
                      <a:endParaRPr lang="zh-CN" altLang="en-US"/>
                    </a:p>
                  </a:txBody>
                  <a:tcPr/>
                </a:tc>
              </a:tr>
              <a:tr h="431340">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dirty="0"/>
                    </a:p>
                  </a:txBody>
                  <a:tcPr/>
                </a:tc>
                <a:tc>
                  <a:txBody>
                    <a:bodyPr/>
                    <a:lstStyle/>
                    <a:p>
                      <a:pPr algn="ctr"/>
                      <a:endParaRPr lang="zh-CN" altLang="en-US"/>
                    </a:p>
                  </a:txBody>
                  <a:tcPr/>
                </a:tc>
              </a:tr>
              <a:tr h="431340">
                <a:tc>
                  <a:txBody>
                    <a:bodyPr/>
                    <a:lstStyle/>
                    <a:p>
                      <a:pPr algn="ctr"/>
                      <a:endParaRPr lang="zh-CN" altLang="en-US"/>
                    </a:p>
                  </a:txBody>
                  <a:tcPr/>
                </a:tc>
                <a:tc>
                  <a:txBody>
                    <a:bodyPr/>
                    <a:lstStyle/>
                    <a:p>
                      <a:pPr algn="ctr"/>
                      <a:endParaRPr lang="zh-CN" altLang="en-US" dirty="0"/>
                    </a:p>
                  </a:txBody>
                  <a:tcPr/>
                </a:tc>
                <a:tc>
                  <a:txBody>
                    <a:bodyPr/>
                    <a:lstStyle/>
                    <a:p>
                      <a:pPr algn="ctr"/>
                      <a:endParaRPr lang="zh-CN" altLang="en-US"/>
                    </a:p>
                  </a:txBody>
                  <a:tcPr/>
                </a:tc>
                <a:tc>
                  <a:txBody>
                    <a:bodyPr/>
                    <a:lstStyle/>
                    <a:p>
                      <a:pPr algn="ctr"/>
                      <a:endParaRPr lang="zh-CN" altLang="en-US" dirty="0"/>
                    </a:p>
                  </a:txBody>
                  <a:tcPr/>
                </a:tc>
              </a:tr>
            </a:tbl>
          </a:graphicData>
        </a:graphic>
      </p:graphicFrame>
      <p:graphicFrame>
        <p:nvGraphicFramePr>
          <p:cNvPr id="14" name="表格 13"/>
          <p:cNvGraphicFramePr>
            <a:graphicFrameLocks noGrp="1"/>
          </p:cNvGraphicFramePr>
          <p:nvPr/>
        </p:nvGraphicFramePr>
        <p:xfrm>
          <a:off x="6348895" y="1673821"/>
          <a:ext cx="5037592" cy="1725360"/>
        </p:xfrm>
        <a:graphic>
          <a:graphicData uri="http://schemas.openxmlformats.org/drawingml/2006/table">
            <a:tbl>
              <a:tblPr firstRow="1" bandRow="1">
                <a:tableStyleId>{3B4B98B0-60AC-42C2-AFA5-B58CD77FA1E5}</a:tableStyleId>
              </a:tblPr>
              <a:tblGrid>
                <a:gridCol w="1259398"/>
                <a:gridCol w="1259398"/>
                <a:gridCol w="1259398"/>
                <a:gridCol w="1259398"/>
              </a:tblGrid>
              <a:tr h="431340">
                <a:tc>
                  <a:txBody>
                    <a:bodyPr/>
                    <a:lstStyle/>
                    <a:p>
                      <a:pPr algn="ctr"/>
                      <a:r>
                        <a:rPr lang="zh-CN" altLang="en-US" dirty="0"/>
                        <a:t>标题</a:t>
                      </a:r>
                      <a:r>
                        <a:rPr lang="en-US" altLang="zh-CN" dirty="0"/>
                        <a:t>1</a:t>
                      </a:r>
                      <a:endParaRPr lang="zh-CN" altLang="en-US" dirty="0"/>
                    </a:p>
                  </a:txBody>
                  <a:tcPr/>
                </a:tc>
                <a:tc>
                  <a:txBody>
                    <a:bodyPr/>
                    <a:lstStyle/>
                    <a:p>
                      <a:pPr algn="ctr"/>
                      <a:r>
                        <a:rPr lang="zh-CN" altLang="en-US" dirty="0"/>
                        <a:t>标题</a:t>
                      </a:r>
                      <a:r>
                        <a:rPr lang="en-US" altLang="zh-CN" dirty="0"/>
                        <a:t>2</a:t>
                      </a:r>
                      <a:endParaRPr lang="en-US" altLang="zh-CN" dirty="0"/>
                    </a:p>
                  </a:txBody>
                  <a:tcPr/>
                </a:tc>
                <a:tc>
                  <a:txBody>
                    <a:bodyPr/>
                    <a:lstStyle/>
                    <a:p>
                      <a:pPr algn="ctr"/>
                      <a:r>
                        <a:rPr lang="zh-CN" altLang="en-US" dirty="0"/>
                        <a:t>标题</a:t>
                      </a:r>
                      <a:r>
                        <a:rPr lang="en-US" altLang="zh-CN" dirty="0"/>
                        <a:t>3</a:t>
                      </a:r>
                      <a:endParaRPr lang="en-US" altLang="zh-CN" dirty="0"/>
                    </a:p>
                  </a:txBody>
                  <a:tcPr/>
                </a:tc>
                <a:tc>
                  <a:txBody>
                    <a:bodyPr/>
                    <a:lstStyle/>
                    <a:p>
                      <a:pPr algn="ctr"/>
                      <a:r>
                        <a:rPr lang="zh-CN" altLang="en-US" dirty="0"/>
                        <a:t>标题</a:t>
                      </a:r>
                      <a:r>
                        <a:rPr lang="en-US" altLang="zh-CN" dirty="0"/>
                        <a:t>4</a:t>
                      </a:r>
                      <a:endParaRPr lang="en-US" altLang="zh-CN" dirty="0"/>
                    </a:p>
                  </a:txBody>
                  <a:tcPr/>
                </a:tc>
              </a:tr>
              <a:tr h="431340">
                <a:tc>
                  <a:txBody>
                    <a:bodyPr/>
                    <a:lstStyle/>
                    <a:p>
                      <a:pPr algn="ctr"/>
                      <a:endParaRPr lang="zh-CN" altLang="en-US"/>
                    </a:p>
                  </a:txBody>
                  <a:tcPr/>
                </a:tc>
                <a:tc>
                  <a:txBody>
                    <a:bodyPr/>
                    <a:lstStyle/>
                    <a:p>
                      <a:pPr algn="ctr"/>
                      <a:endParaRPr lang="zh-CN" altLang="en-US" dirty="0"/>
                    </a:p>
                  </a:txBody>
                  <a:tcPr/>
                </a:tc>
                <a:tc>
                  <a:txBody>
                    <a:bodyPr/>
                    <a:lstStyle/>
                    <a:p>
                      <a:pPr algn="ctr"/>
                      <a:endParaRPr lang="zh-CN" altLang="en-US"/>
                    </a:p>
                  </a:txBody>
                  <a:tcPr/>
                </a:tc>
                <a:tc>
                  <a:txBody>
                    <a:bodyPr/>
                    <a:lstStyle/>
                    <a:p>
                      <a:pPr algn="ctr"/>
                      <a:endParaRPr lang="zh-CN" altLang="en-US"/>
                    </a:p>
                  </a:txBody>
                  <a:tcPr/>
                </a:tc>
              </a:tr>
              <a:tr h="431340">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dirty="0"/>
                    </a:p>
                  </a:txBody>
                  <a:tcPr/>
                </a:tc>
                <a:tc>
                  <a:txBody>
                    <a:bodyPr/>
                    <a:lstStyle/>
                    <a:p>
                      <a:pPr algn="ctr"/>
                      <a:endParaRPr lang="zh-CN" altLang="en-US"/>
                    </a:p>
                  </a:txBody>
                  <a:tcPr/>
                </a:tc>
              </a:tr>
              <a:tr h="431340">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a:p>
                  </a:txBody>
                  <a:tcPr/>
                </a:tc>
                <a:tc>
                  <a:txBody>
                    <a:bodyPr/>
                    <a:lstStyle/>
                    <a:p>
                      <a:pPr algn="ctr"/>
                      <a:endParaRPr lang="zh-CN" altLang="en-US" dirty="0"/>
                    </a:p>
                  </a:txBody>
                  <a:tcPr/>
                </a:tc>
              </a:tr>
            </a:tbl>
          </a:graphicData>
        </a:graphic>
      </p:graphicFrame>
      <p:graphicFrame>
        <p:nvGraphicFramePr>
          <p:cNvPr id="15" name="表格 14"/>
          <p:cNvGraphicFramePr>
            <a:graphicFrameLocks noGrp="1"/>
          </p:cNvGraphicFramePr>
          <p:nvPr/>
        </p:nvGraphicFramePr>
        <p:xfrm>
          <a:off x="6348895" y="3978252"/>
          <a:ext cx="5037592" cy="1725360"/>
        </p:xfrm>
        <a:graphic>
          <a:graphicData uri="http://schemas.openxmlformats.org/drawingml/2006/table">
            <a:tbl>
              <a:tblPr firstRow="1" bandRow="1">
                <a:tableStyleId>{6E25E649-3F16-4E02-A733-19D2CDBF48F0}</a:tableStyleId>
              </a:tblPr>
              <a:tblGrid>
                <a:gridCol w="1259398"/>
                <a:gridCol w="1259398"/>
                <a:gridCol w="1259398"/>
                <a:gridCol w="1259398"/>
              </a:tblGrid>
              <a:tr h="431340">
                <a:tc>
                  <a:txBody>
                    <a:bodyPr/>
                    <a:lstStyle/>
                    <a:p>
                      <a:pPr algn="ctr"/>
                      <a:r>
                        <a:rPr lang="zh-CN" altLang="en-US" dirty="0"/>
                        <a:t>标题</a:t>
                      </a:r>
                      <a:r>
                        <a:rPr lang="en-US" altLang="zh-CN" dirty="0"/>
                        <a:t>1</a:t>
                      </a:r>
                      <a:endParaRPr lang="zh-CN" altLang="en-US" dirty="0"/>
                    </a:p>
                  </a:txBody>
                  <a:tcPr/>
                </a:tc>
                <a:tc>
                  <a:txBody>
                    <a:bodyPr/>
                    <a:lstStyle/>
                    <a:p>
                      <a:pPr algn="ctr"/>
                      <a:r>
                        <a:rPr lang="zh-CN" altLang="en-US" dirty="0"/>
                        <a:t>标题</a:t>
                      </a:r>
                      <a:r>
                        <a:rPr lang="en-US" altLang="zh-CN" dirty="0"/>
                        <a:t>2</a:t>
                      </a:r>
                      <a:endParaRPr lang="en-US" altLang="zh-CN" dirty="0"/>
                    </a:p>
                  </a:txBody>
                  <a:tcPr/>
                </a:tc>
                <a:tc>
                  <a:txBody>
                    <a:bodyPr/>
                    <a:lstStyle/>
                    <a:p>
                      <a:pPr algn="ctr"/>
                      <a:r>
                        <a:rPr lang="zh-CN" altLang="en-US" dirty="0"/>
                        <a:t>标题</a:t>
                      </a:r>
                      <a:r>
                        <a:rPr lang="en-US" altLang="zh-CN" dirty="0"/>
                        <a:t>3</a:t>
                      </a:r>
                      <a:endParaRPr lang="en-US" altLang="zh-CN" dirty="0"/>
                    </a:p>
                  </a:txBody>
                  <a:tcPr/>
                </a:tc>
                <a:tc>
                  <a:txBody>
                    <a:bodyPr/>
                    <a:lstStyle/>
                    <a:p>
                      <a:pPr algn="ctr"/>
                      <a:r>
                        <a:rPr lang="zh-CN" altLang="en-US" dirty="0"/>
                        <a:t>标题</a:t>
                      </a:r>
                      <a:r>
                        <a:rPr lang="en-US" altLang="zh-CN" dirty="0"/>
                        <a:t>4</a:t>
                      </a:r>
                      <a:endParaRPr lang="en-US" altLang="zh-CN" dirty="0"/>
                    </a:p>
                  </a:txBody>
                  <a:tcPr/>
                </a:tc>
              </a:tr>
              <a:tr h="431340">
                <a:tc>
                  <a:txBody>
                    <a:bodyPr/>
                    <a:lstStyle/>
                    <a:p>
                      <a:pPr algn="ctr"/>
                      <a:endParaRPr lang="zh-CN" altLang="en-US"/>
                    </a:p>
                  </a:txBody>
                  <a:tcPr/>
                </a:tc>
                <a:tc>
                  <a:txBody>
                    <a:bodyPr/>
                    <a:lstStyle/>
                    <a:p>
                      <a:pPr algn="ctr"/>
                      <a:endParaRPr lang="zh-CN" altLang="en-US" dirty="0"/>
                    </a:p>
                  </a:txBody>
                  <a:tcPr/>
                </a:tc>
                <a:tc>
                  <a:txBody>
                    <a:bodyPr/>
                    <a:lstStyle/>
                    <a:p>
                      <a:pPr algn="ctr"/>
                      <a:endParaRPr lang="zh-CN" altLang="en-US"/>
                    </a:p>
                  </a:txBody>
                  <a:tcPr/>
                </a:tc>
                <a:tc>
                  <a:txBody>
                    <a:bodyPr/>
                    <a:lstStyle/>
                    <a:p>
                      <a:pPr algn="ctr"/>
                      <a:endParaRPr lang="zh-CN" altLang="en-US"/>
                    </a:p>
                  </a:txBody>
                  <a:tcPr/>
                </a:tc>
              </a:tr>
              <a:tr h="431340">
                <a:tc>
                  <a:txBody>
                    <a:bodyPr/>
                    <a:lstStyle/>
                    <a:p>
                      <a:pPr algn="ctr"/>
                      <a:endParaRPr lang="zh-CN" altLang="en-US" dirty="0"/>
                    </a:p>
                  </a:txBody>
                  <a:tcPr/>
                </a:tc>
                <a:tc>
                  <a:txBody>
                    <a:bodyPr/>
                    <a:lstStyle/>
                    <a:p>
                      <a:pPr algn="ctr"/>
                      <a:endParaRPr lang="zh-CN" altLang="en-US"/>
                    </a:p>
                  </a:txBody>
                  <a:tcPr/>
                </a:tc>
                <a:tc>
                  <a:txBody>
                    <a:bodyPr/>
                    <a:lstStyle/>
                    <a:p>
                      <a:pPr algn="ctr"/>
                      <a:endParaRPr lang="zh-CN" altLang="en-US" dirty="0"/>
                    </a:p>
                  </a:txBody>
                  <a:tcPr/>
                </a:tc>
                <a:tc>
                  <a:txBody>
                    <a:bodyPr/>
                    <a:lstStyle/>
                    <a:p>
                      <a:pPr algn="ctr"/>
                      <a:endParaRPr lang="zh-CN" altLang="en-US"/>
                    </a:p>
                  </a:txBody>
                  <a:tcPr/>
                </a:tc>
              </a:tr>
              <a:tr h="431340">
                <a:tc>
                  <a:txBody>
                    <a:bodyPr/>
                    <a:lstStyle/>
                    <a:p>
                      <a:pPr algn="ctr"/>
                      <a:endParaRPr lang="zh-CN" altLang="en-US"/>
                    </a:p>
                  </a:txBody>
                  <a:tcPr/>
                </a:tc>
                <a:tc>
                  <a:txBody>
                    <a:bodyPr/>
                    <a:lstStyle/>
                    <a:p>
                      <a:pPr algn="ctr"/>
                      <a:endParaRPr lang="zh-CN" altLang="en-US" dirty="0"/>
                    </a:p>
                  </a:txBody>
                  <a:tcPr/>
                </a:tc>
                <a:tc>
                  <a:txBody>
                    <a:bodyPr/>
                    <a:lstStyle/>
                    <a:p>
                      <a:pPr algn="ctr"/>
                      <a:endParaRPr lang="zh-CN" altLang="en-US"/>
                    </a:p>
                  </a:txBody>
                  <a:tcPr/>
                </a:tc>
                <a:tc>
                  <a:txBody>
                    <a:bodyPr/>
                    <a:lstStyle/>
                    <a:p>
                      <a:pPr algn="ctr"/>
                      <a:endParaRPr lang="zh-CN" altLang="en-US" dirty="0"/>
                    </a:p>
                  </a:txBody>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内容页</a:t>
            </a:r>
            <a:r>
              <a:rPr lang="en-US" altLang="zh-CN" dirty="0"/>
              <a:t>-</a:t>
            </a:r>
            <a:r>
              <a:rPr lang="zh-CN" altLang="en-US" dirty="0"/>
              <a:t>条形图</a:t>
            </a:r>
            <a:endParaRPr lang="zh-CN" altLang="en-US" dirty="0"/>
          </a:p>
        </p:txBody>
      </p:sp>
      <p:graphicFrame>
        <p:nvGraphicFramePr>
          <p:cNvPr id="6" name="图表 5"/>
          <p:cNvGraphicFramePr/>
          <p:nvPr/>
        </p:nvGraphicFramePr>
        <p:xfrm>
          <a:off x="481497" y="1634066"/>
          <a:ext cx="6336747" cy="4224498"/>
        </p:xfrm>
        <a:graphic>
          <a:graphicData uri="http://schemas.openxmlformats.org/drawingml/2006/chart">
            <c:chart xmlns:c="http://schemas.openxmlformats.org/drawingml/2006/chart" xmlns:r="http://schemas.openxmlformats.org/officeDocument/2006/relationships" r:id="rId1"/>
          </a:graphicData>
        </a:graphic>
      </p:graphicFrame>
      <p:grpSp>
        <p:nvGrpSpPr>
          <p:cNvPr id="5" name="组合 4"/>
          <p:cNvGrpSpPr/>
          <p:nvPr/>
        </p:nvGrpSpPr>
        <p:grpSpPr>
          <a:xfrm>
            <a:off x="7366128" y="2101449"/>
            <a:ext cx="4391862" cy="3103196"/>
            <a:chOff x="1460333" y="1737011"/>
            <a:chExt cx="2681898" cy="3103196"/>
          </a:xfrm>
        </p:grpSpPr>
        <p:sp>
          <p:nvSpPr>
            <p:cNvPr id="7" name="TextBox 23"/>
            <p:cNvSpPr txBox="1"/>
            <p:nvPr/>
          </p:nvSpPr>
          <p:spPr>
            <a:xfrm>
              <a:off x="1460334" y="2254884"/>
              <a:ext cx="2681897" cy="2585323"/>
            </a:xfrm>
            <a:prstGeom prst="rect">
              <a:avLst/>
            </a:prstGeom>
            <a:noFill/>
          </p:spPr>
          <p:txBody>
            <a:bodyPr wrap="square" rtlCol="0">
              <a:spAutoFit/>
            </a:bodyPr>
            <a:lstStyle/>
            <a:p>
              <a:pPr>
                <a:lnSpc>
                  <a:spcPct val="150000"/>
                </a:lnSpc>
              </a:pPr>
              <a:r>
                <a:rPr lang="zh-CN" altLang="en-US"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mn-ea"/>
                  <a:sym typeface="+mn-lt"/>
                </a:rPr>
                <a:t>请在此输入文字说明请在此输入文字说明请在此输入文字说明请在此输入文字说明请在此输入文字说明请在此输入文字说明请在此输入文字说明请在此输入文字说明请在此输入文字说明请在此输入文字说明请在此输入文字说明请在此输入文字说明</a:t>
              </a:r>
              <a:endParaRPr lang="zh-CN" altLang="en-US"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mn-ea"/>
                <a:sym typeface="+mn-lt"/>
              </a:endParaRPr>
            </a:p>
          </p:txBody>
        </p:sp>
        <p:sp>
          <p:nvSpPr>
            <p:cNvPr id="8" name="TextBox 24"/>
            <p:cNvSpPr txBox="1"/>
            <p:nvPr/>
          </p:nvSpPr>
          <p:spPr>
            <a:xfrm>
              <a:off x="1460333" y="1737011"/>
              <a:ext cx="1992210" cy="461665"/>
            </a:xfrm>
            <a:prstGeom prst="rect">
              <a:avLst/>
            </a:prstGeom>
            <a:noFill/>
          </p:spPr>
          <p:txBody>
            <a:bodyPr wrap="none" rtlCol="0">
              <a:spAutoFit/>
            </a:bodyPr>
            <a:lstStyle/>
            <a:p>
              <a:r>
                <a:rPr lang="zh-CN" altLang="en-US" sz="2400" b="1" dirty="0">
                  <a:solidFill>
                    <a:schemeClr val="tx1">
                      <a:lumMod val="75000"/>
                      <a:lumOff val="25000"/>
                    </a:schemeClr>
                  </a:solidFill>
                  <a:latin typeface="+mn-ea"/>
                  <a:sym typeface="+mn-ea"/>
                </a:rPr>
                <a:t>点击此处输入说明文字</a:t>
              </a:r>
              <a:endParaRPr lang="zh-CN" altLang="en-US" sz="2400" b="1" dirty="0">
                <a:solidFill>
                  <a:schemeClr val="tx1">
                    <a:lumMod val="75000"/>
                    <a:lumOff val="25000"/>
                  </a:schemeClr>
                </a:solidFill>
                <a:latin typeface="+mn-ea"/>
                <a:sym typeface="+mn-ea"/>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内容页</a:t>
            </a:r>
            <a:r>
              <a:rPr lang="en-US" altLang="zh-CN" dirty="0"/>
              <a:t>-</a:t>
            </a:r>
            <a:r>
              <a:rPr lang="zh-CN" altLang="en-US" dirty="0"/>
              <a:t>饼图</a:t>
            </a:r>
            <a:endParaRPr lang="zh-CN" altLang="en-US" dirty="0"/>
          </a:p>
        </p:txBody>
      </p:sp>
      <p:graphicFrame>
        <p:nvGraphicFramePr>
          <p:cNvPr id="9" name="图表 8"/>
          <p:cNvGraphicFramePr/>
          <p:nvPr/>
        </p:nvGraphicFramePr>
        <p:xfrm>
          <a:off x="5867399" y="1326973"/>
          <a:ext cx="5952435" cy="4737813"/>
        </p:xfrm>
        <a:graphic>
          <a:graphicData uri="http://schemas.openxmlformats.org/drawingml/2006/chart">
            <c:chart xmlns:c="http://schemas.openxmlformats.org/drawingml/2006/chart" xmlns:r="http://schemas.openxmlformats.org/officeDocument/2006/relationships" r:id="rId1"/>
          </a:graphicData>
        </a:graphic>
      </p:graphicFrame>
      <p:grpSp>
        <p:nvGrpSpPr>
          <p:cNvPr id="5" name="组合 4"/>
          <p:cNvGrpSpPr/>
          <p:nvPr/>
        </p:nvGrpSpPr>
        <p:grpSpPr>
          <a:xfrm>
            <a:off x="1034902" y="2101449"/>
            <a:ext cx="4391862" cy="3103196"/>
            <a:chOff x="1460333" y="1737011"/>
            <a:chExt cx="2681898" cy="3103196"/>
          </a:xfrm>
        </p:grpSpPr>
        <p:sp>
          <p:nvSpPr>
            <p:cNvPr id="7" name="TextBox 23"/>
            <p:cNvSpPr txBox="1"/>
            <p:nvPr/>
          </p:nvSpPr>
          <p:spPr>
            <a:xfrm>
              <a:off x="1460334" y="2254884"/>
              <a:ext cx="2681897" cy="2585323"/>
            </a:xfrm>
            <a:prstGeom prst="rect">
              <a:avLst/>
            </a:prstGeom>
            <a:noFill/>
          </p:spPr>
          <p:txBody>
            <a:bodyPr wrap="square" rtlCol="0">
              <a:spAutoFit/>
            </a:bodyPr>
            <a:lstStyle/>
            <a:p>
              <a:pPr>
                <a:lnSpc>
                  <a:spcPct val="150000"/>
                </a:lnSpc>
              </a:pPr>
              <a:r>
                <a:rPr lang="zh-CN" altLang="en-US"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mn-ea"/>
                  <a:sym typeface="+mn-lt"/>
                </a:rPr>
                <a:t>请在此输入文字说明请在此输入文字说明请在此输入文字说明请在此输入文字说明请在此输入文字说明请在此输入文字说明请在此输入文字说明请在此输入文字说明请在此输入文字说明请在此输入文字说明请在此输入文字说明请在此输入文字说明</a:t>
              </a:r>
              <a:endParaRPr lang="zh-CN" altLang="en-US"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mn-ea"/>
                <a:sym typeface="+mn-lt"/>
              </a:endParaRPr>
            </a:p>
          </p:txBody>
        </p:sp>
        <p:sp>
          <p:nvSpPr>
            <p:cNvPr id="8" name="TextBox 24"/>
            <p:cNvSpPr txBox="1"/>
            <p:nvPr/>
          </p:nvSpPr>
          <p:spPr>
            <a:xfrm>
              <a:off x="1460333" y="1737011"/>
              <a:ext cx="1992210" cy="461665"/>
            </a:xfrm>
            <a:prstGeom prst="rect">
              <a:avLst/>
            </a:prstGeom>
            <a:noFill/>
          </p:spPr>
          <p:txBody>
            <a:bodyPr wrap="none" rtlCol="0">
              <a:spAutoFit/>
            </a:bodyPr>
            <a:lstStyle/>
            <a:p>
              <a:r>
                <a:rPr lang="zh-CN" altLang="en-US" sz="2400" b="1" dirty="0">
                  <a:solidFill>
                    <a:schemeClr val="tx1">
                      <a:lumMod val="75000"/>
                      <a:lumOff val="25000"/>
                    </a:schemeClr>
                  </a:solidFill>
                  <a:latin typeface="+mn-ea"/>
                  <a:sym typeface="+mn-ea"/>
                </a:rPr>
                <a:t>点击此处输入说明文字</a:t>
              </a:r>
              <a:endParaRPr lang="zh-CN" altLang="en-US" sz="2400" b="1" dirty="0">
                <a:solidFill>
                  <a:schemeClr val="tx1">
                    <a:lumMod val="75000"/>
                    <a:lumOff val="25000"/>
                  </a:schemeClr>
                </a:solidFill>
                <a:latin typeface="+mn-ea"/>
                <a:sym typeface="+mn-ea"/>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11"/>
          <p:cNvSpPr txBox="1"/>
          <p:nvPr/>
        </p:nvSpPr>
        <p:spPr>
          <a:xfrm>
            <a:off x="457200" y="1908279"/>
            <a:ext cx="5467350" cy="1638300"/>
          </a:xfrm>
          <a:prstGeom prst="rect">
            <a:avLst/>
          </a:prstGeom>
        </p:spPr>
        <p:txBody>
          <a:bodyPr vert="horz" lIns="144000" tIns="144000" rIns="144000" bIns="144000" rtlCol="0" anchor="ctr" anchorCtr="0">
            <a:normAutofit fontScale="92500"/>
          </a:bodyPr>
          <a:lstStyle>
            <a:lvl1pPr marL="0" indent="0" algn="ctr" defTabSz="914400" rtl="0" eaLnBrk="1" latinLnBrk="0" hangingPunct="1">
              <a:lnSpc>
                <a:spcPct val="100000"/>
              </a:lnSpc>
              <a:spcBef>
                <a:spcPts val="1000"/>
              </a:spcBef>
              <a:buFont typeface="Arial" panose="020B060402020209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dirty="0"/>
              <a:t>请输入章节标题</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内容页</a:t>
            </a:r>
            <a:r>
              <a:rPr lang="en-US" altLang="zh-CN" dirty="0"/>
              <a:t>-</a:t>
            </a:r>
            <a:r>
              <a:rPr lang="zh-CN" altLang="en-US" dirty="0"/>
              <a:t>样例</a:t>
            </a:r>
            <a:r>
              <a:rPr lang="en-US" altLang="zh-CN" dirty="0"/>
              <a:t>1</a:t>
            </a:r>
            <a:endParaRPr lang="zh-CN" altLang="en-US" dirty="0"/>
          </a:p>
        </p:txBody>
      </p:sp>
      <p:sp>
        <p:nvSpPr>
          <p:cNvPr id="3" name="Oval 24"/>
          <p:cNvSpPr>
            <a:spLocks noChangeAspect="1"/>
          </p:cNvSpPr>
          <p:nvPr/>
        </p:nvSpPr>
        <p:spPr>
          <a:xfrm>
            <a:off x="5546835" y="2198166"/>
            <a:ext cx="709855" cy="709855"/>
          </a:xfrm>
          <a:prstGeom prst="ellipse">
            <a:avLst/>
          </a:prstGeom>
          <a:solidFill>
            <a:schemeClr val="tx2"/>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mj-lt"/>
              </a:rPr>
              <a:t>1</a:t>
            </a:r>
            <a:endParaRPr lang="id-ID" sz="2800" dirty="0">
              <a:latin typeface="+mj-lt"/>
            </a:endParaRPr>
          </a:p>
        </p:txBody>
      </p:sp>
      <p:sp>
        <p:nvSpPr>
          <p:cNvPr id="4" name="Oval 27"/>
          <p:cNvSpPr>
            <a:spLocks noChangeAspect="1"/>
          </p:cNvSpPr>
          <p:nvPr/>
        </p:nvSpPr>
        <p:spPr>
          <a:xfrm>
            <a:off x="5546835" y="3342203"/>
            <a:ext cx="709855" cy="709855"/>
          </a:xfrm>
          <a:prstGeom prst="ellipse">
            <a:avLst/>
          </a:prstGeom>
          <a:solidFill>
            <a:srgbClr val="2D5AC2"/>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mj-lt"/>
              </a:rPr>
              <a:t>2</a:t>
            </a:r>
            <a:endParaRPr lang="id-ID" sz="2800" dirty="0">
              <a:latin typeface="+mj-lt"/>
            </a:endParaRPr>
          </a:p>
        </p:txBody>
      </p:sp>
      <p:sp>
        <p:nvSpPr>
          <p:cNvPr id="5" name="Oval 33"/>
          <p:cNvSpPr>
            <a:spLocks noChangeAspect="1"/>
          </p:cNvSpPr>
          <p:nvPr/>
        </p:nvSpPr>
        <p:spPr>
          <a:xfrm>
            <a:off x="5546835" y="4490806"/>
            <a:ext cx="709855" cy="709855"/>
          </a:xfrm>
          <a:prstGeom prst="ellipse">
            <a:avLst/>
          </a:prstGeom>
          <a:solidFill>
            <a:srgbClr val="959DBF"/>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mj-lt"/>
              </a:rPr>
              <a:t>3</a:t>
            </a:r>
            <a:endParaRPr lang="id-ID" sz="2800" dirty="0">
              <a:latin typeface="+mj-lt"/>
            </a:endParaRPr>
          </a:p>
        </p:txBody>
      </p:sp>
      <p:sp>
        <p:nvSpPr>
          <p:cNvPr id="14" name="文本框 13"/>
          <p:cNvSpPr txBox="1"/>
          <p:nvPr/>
        </p:nvSpPr>
        <p:spPr>
          <a:xfrm>
            <a:off x="6499062" y="2156364"/>
            <a:ext cx="5218167" cy="753220"/>
          </a:xfrm>
          <a:prstGeom prst="rect">
            <a:avLst/>
          </a:prstGeom>
          <a:noFill/>
        </p:spPr>
        <p:txBody>
          <a:bodyPr wrap="square" rtlCol="0">
            <a:spAutoFit/>
          </a:bodyPr>
          <a:lstStyle/>
          <a:p>
            <a:pPr algn="just">
              <a:lnSpc>
                <a:spcPct val="125000"/>
              </a:lnSpc>
            </a:pPr>
            <a:r>
              <a:rPr lang="zh-CN" altLang="en-US" dirty="0">
                <a:solidFill>
                  <a:schemeClr val="tx1">
                    <a:lumMod val="75000"/>
                    <a:lumOff val="25000"/>
                  </a:schemeClr>
                </a:solidFill>
                <a:latin typeface="+mn-ea"/>
              </a:rPr>
              <a:t>点击此处添加您的内容或粘贴文本至此处替换</a:t>
            </a:r>
            <a:endParaRPr lang="en-US" altLang="zh-CN" dirty="0">
              <a:solidFill>
                <a:schemeClr val="tx1">
                  <a:lumMod val="75000"/>
                  <a:lumOff val="25000"/>
                </a:schemeClr>
              </a:solidFill>
              <a:latin typeface="+mn-ea"/>
            </a:endParaRPr>
          </a:p>
          <a:p>
            <a:pPr algn="just">
              <a:lnSpc>
                <a:spcPct val="125000"/>
              </a:lnSpc>
            </a:pPr>
            <a:r>
              <a:rPr lang="zh-CN" altLang="en-US" dirty="0">
                <a:solidFill>
                  <a:schemeClr val="tx1">
                    <a:lumMod val="75000"/>
                    <a:lumOff val="25000"/>
                  </a:schemeClr>
                </a:solidFill>
                <a:latin typeface="+mn-ea"/>
              </a:rPr>
              <a:t>点击此处添加您的内容或粘贴文本至此处替换</a:t>
            </a:r>
            <a:endParaRPr lang="zh-CN" altLang="en-US" dirty="0">
              <a:solidFill>
                <a:schemeClr val="tx1">
                  <a:lumMod val="75000"/>
                  <a:lumOff val="25000"/>
                </a:schemeClr>
              </a:solidFill>
              <a:latin typeface="+mn-ea"/>
            </a:endParaRPr>
          </a:p>
        </p:txBody>
      </p:sp>
      <p:sp>
        <p:nvSpPr>
          <p:cNvPr id="15" name="文本框 14"/>
          <p:cNvSpPr txBox="1"/>
          <p:nvPr/>
        </p:nvSpPr>
        <p:spPr>
          <a:xfrm>
            <a:off x="6499063" y="3299188"/>
            <a:ext cx="5218166" cy="753220"/>
          </a:xfrm>
          <a:prstGeom prst="rect">
            <a:avLst/>
          </a:prstGeom>
          <a:noFill/>
        </p:spPr>
        <p:txBody>
          <a:bodyPr wrap="square" rtlCol="0">
            <a:spAutoFit/>
          </a:bodyPr>
          <a:lstStyle/>
          <a:p>
            <a:pPr algn="just">
              <a:lnSpc>
                <a:spcPct val="125000"/>
              </a:lnSpc>
            </a:pPr>
            <a:r>
              <a:rPr lang="zh-CN" altLang="en-US" dirty="0">
                <a:solidFill>
                  <a:schemeClr val="tx1">
                    <a:lumMod val="75000"/>
                    <a:lumOff val="25000"/>
                  </a:schemeClr>
                </a:solidFill>
                <a:latin typeface="+mn-ea"/>
              </a:rPr>
              <a:t>点击此处添加您的内容或粘贴文本至此处替换</a:t>
            </a:r>
            <a:endParaRPr lang="en-US" altLang="zh-CN" dirty="0">
              <a:solidFill>
                <a:schemeClr val="tx1">
                  <a:lumMod val="75000"/>
                  <a:lumOff val="25000"/>
                </a:schemeClr>
              </a:solidFill>
              <a:latin typeface="+mn-ea"/>
            </a:endParaRPr>
          </a:p>
          <a:p>
            <a:pPr algn="just">
              <a:lnSpc>
                <a:spcPct val="125000"/>
              </a:lnSpc>
            </a:pPr>
            <a:r>
              <a:rPr lang="zh-CN" altLang="en-US" dirty="0">
                <a:solidFill>
                  <a:schemeClr val="tx1">
                    <a:lumMod val="75000"/>
                    <a:lumOff val="25000"/>
                  </a:schemeClr>
                </a:solidFill>
                <a:latin typeface="+mn-ea"/>
              </a:rPr>
              <a:t>点击此处添加您的内容或粘贴文本至此处替换</a:t>
            </a:r>
            <a:endParaRPr lang="zh-CN" altLang="en-US" dirty="0">
              <a:solidFill>
                <a:schemeClr val="tx1">
                  <a:lumMod val="75000"/>
                  <a:lumOff val="25000"/>
                </a:schemeClr>
              </a:solidFill>
              <a:latin typeface="+mn-ea"/>
            </a:endParaRPr>
          </a:p>
        </p:txBody>
      </p:sp>
      <p:sp>
        <p:nvSpPr>
          <p:cNvPr id="16" name="文本框 15"/>
          <p:cNvSpPr txBox="1"/>
          <p:nvPr/>
        </p:nvSpPr>
        <p:spPr>
          <a:xfrm>
            <a:off x="6499062" y="4442012"/>
            <a:ext cx="5218167" cy="753220"/>
          </a:xfrm>
          <a:prstGeom prst="rect">
            <a:avLst/>
          </a:prstGeom>
          <a:noFill/>
        </p:spPr>
        <p:txBody>
          <a:bodyPr wrap="square" rtlCol="0">
            <a:spAutoFit/>
          </a:bodyPr>
          <a:lstStyle/>
          <a:p>
            <a:pPr algn="just">
              <a:lnSpc>
                <a:spcPct val="125000"/>
              </a:lnSpc>
            </a:pPr>
            <a:r>
              <a:rPr lang="zh-CN" altLang="en-US" dirty="0">
                <a:solidFill>
                  <a:schemeClr val="tx1">
                    <a:lumMod val="75000"/>
                    <a:lumOff val="25000"/>
                  </a:schemeClr>
                </a:solidFill>
                <a:latin typeface="+mn-ea"/>
              </a:rPr>
              <a:t>点击此处添加您的内容或粘贴文本至此处替换</a:t>
            </a:r>
            <a:endParaRPr lang="en-US" altLang="zh-CN" dirty="0">
              <a:solidFill>
                <a:schemeClr val="tx1">
                  <a:lumMod val="75000"/>
                  <a:lumOff val="25000"/>
                </a:schemeClr>
              </a:solidFill>
              <a:latin typeface="+mn-ea"/>
            </a:endParaRPr>
          </a:p>
          <a:p>
            <a:pPr algn="just">
              <a:lnSpc>
                <a:spcPct val="125000"/>
              </a:lnSpc>
            </a:pPr>
            <a:r>
              <a:rPr lang="zh-CN" altLang="en-US" dirty="0">
                <a:solidFill>
                  <a:schemeClr val="tx1">
                    <a:lumMod val="75000"/>
                    <a:lumOff val="25000"/>
                  </a:schemeClr>
                </a:solidFill>
                <a:latin typeface="+mn-ea"/>
              </a:rPr>
              <a:t>点击此处添加您的内容或粘贴文本至此处替换</a:t>
            </a:r>
            <a:endParaRPr lang="zh-CN" altLang="en-US" dirty="0">
              <a:solidFill>
                <a:schemeClr val="tx1">
                  <a:lumMod val="75000"/>
                  <a:lumOff val="25000"/>
                </a:schemeClr>
              </a:solidFill>
              <a:latin typeface="+mn-ea"/>
            </a:endParaRPr>
          </a:p>
        </p:txBody>
      </p:sp>
      <p:graphicFrame>
        <p:nvGraphicFramePr>
          <p:cNvPr id="18" name="图示 17"/>
          <p:cNvGraphicFramePr/>
          <p:nvPr/>
        </p:nvGraphicFramePr>
        <p:xfrm>
          <a:off x="383334" y="1379224"/>
          <a:ext cx="4307354" cy="422413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内容页</a:t>
            </a:r>
            <a:r>
              <a:rPr lang="en-US" altLang="zh-CN" dirty="0"/>
              <a:t>-</a:t>
            </a:r>
            <a:r>
              <a:rPr lang="zh-CN" altLang="en-US" dirty="0"/>
              <a:t>样例</a:t>
            </a:r>
            <a:r>
              <a:rPr lang="en-US" altLang="zh-CN" dirty="0"/>
              <a:t>2</a:t>
            </a:r>
            <a:endParaRPr lang="zh-CN" altLang="en-US" dirty="0"/>
          </a:p>
        </p:txBody>
      </p:sp>
      <p:sp>
        <p:nvSpPr>
          <p:cNvPr id="13" name="矩形 12"/>
          <p:cNvSpPr/>
          <p:nvPr/>
        </p:nvSpPr>
        <p:spPr>
          <a:xfrm>
            <a:off x="713773" y="1480305"/>
            <a:ext cx="3285075" cy="3405938"/>
          </a:xfrm>
          <a:prstGeom prst="rect">
            <a:avLst/>
          </a:prstGeom>
          <a:solidFill>
            <a:schemeClr val="bg2">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latin typeface="+mn-ea"/>
            </a:endParaRPr>
          </a:p>
        </p:txBody>
      </p:sp>
      <p:sp>
        <p:nvSpPr>
          <p:cNvPr id="14" name="矩形 13"/>
          <p:cNvSpPr/>
          <p:nvPr/>
        </p:nvSpPr>
        <p:spPr>
          <a:xfrm>
            <a:off x="713773" y="1480304"/>
            <a:ext cx="3285075" cy="817733"/>
          </a:xfrm>
          <a:prstGeom prst="rect">
            <a:avLst/>
          </a:prstGeom>
          <a:solidFill>
            <a:schemeClr val="accent3"/>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a:r>
              <a:rPr lang="zh-CN" altLang="en-US" sz="2400" b="1" dirty="0">
                <a:solidFill>
                  <a:schemeClr val="bg1"/>
                </a:solidFill>
                <a:effectLst>
                  <a:outerShdw blurRad="38100" dist="38100" dir="2700000" algn="tl">
                    <a:srgbClr val="000000">
                      <a:alpha val="43137"/>
                    </a:srgbClr>
                  </a:outerShdw>
                </a:effectLst>
                <a:latin typeface="+mn-ea"/>
              </a:rPr>
              <a:t>单击此处添加标题</a:t>
            </a:r>
            <a:endParaRPr lang="zh-CN" altLang="en-US" sz="2400" b="1" dirty="0">
              <a:solidFill>
                <a:schemeClr val="bg1"/>
              </a:solidFill>
              <a:effectLst>
                <a:outerShdw blurRad="38100" dist="38100" dir="2700000" algn="tl">
                  <a:srgbClr val="000000">
                    <a:alpha val="43137"/>
                  </a:srgbClr>
                </a:outerShdw>
              </a:effectLst>
              <a:latin typeface="+mn-ea"/>
            </a:endParaRPr>
          </a:p>
        </p:txBody>
      </p:sp>
      <p:sp>
        <p:nvSpPr>
          <p:cNvPr id="15" name="矩形 14"/>
          <p:cNvSpPr/>
          <p:nvPr/>
        </p:nvSpPr>
        <p:spPr>
          <a:xfrm>
            <a:off x="1242256" y="2507017"/>
            <a:ext cx="2519155" cy="895270"/>
          </a:xfrm>
          <a:prstGeom prst="rect">
            <a:avLst/>
          </a:prstGeom>
          <a:ln>
            <a:noFill/>
          </a:ln>
        </p:spPr>
        <p:txBody>
          <a:bodyPr wrap="square" lIns="91440" tIns="45720" rIns="91440" bIns="45720" anchor="t">
            <a:noAutofit/>
          </a:bodyPr>
          <a:lstStyle/>
          <a:p>
            <a:pPr>
              <a:lnSpc>
                <a:spcPct val="130000"/>
              </a:lnSpc>
            </a:pPr>
            <a:r>
              <a:rPr lang="zh-CN" altLang="en-US" dirty="0">
                <a:latin typeface="+mn-ea"/>
              </a:rPr>
              <a:t>请在此输入文字说明</a:t>
            </a:r>
            <a:endParaRPr lang="en-US" altLang="zh-CN" dirty="0">
              <a:latin typeface="+mn-ea"/>
            </a:endParaRPr>
          </a:p>
          <a:p>
            <a:pPr>
              <a:lnSpc>
                <a:spcPct val="130000"/>
              </a:lnSpc>
            </a:pPr>
            <a:r>
              <a:rPr lang="zh-CN" altLang="en-US" dirty="0">
                <a:latin typeface="+mn-ea"/>
              </a:rPr>
              <a:t>请在此输入文字说明</a:t>
            </a:r>
            <a:endParaRPr lang="zh-CN" altLang="en-US" dirty="0">
              <a:latin typeface="+mn-ea"/>
            </a:endParaRPr>
          </a:p>
        </p:txBody>
      </p:sp>
      <p:sp>
        <p:nvSpPr>
          <p:cNvPr id="21" name="矩形 20"/>
          <p:cNvSpPr/>
          <p:nvPr/>
        </p:nvSpPr>
        <p:spPr>
          <a:xfrm>
            <a:off x="4457925" y="1480305"/>
            <a:ext cx="3285075" cy="3405935"/>
          </a:xfrm>
          <a:prstGeom prst="rect">
            <a:avLst/>
          </a:prstGeom>
          <a:solidFill>
            <a:schemeClr val="bg2">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latin typeface="+mn-ea"/>
            </a:endParaRPr>
          </a:p>
        </p:txBody>
      </p:sp>
      <p:sp>
        <p:nvSpPr>
          <p:cNvPr id="22" name="矩形 21"/>
          <p:cNvSpPr/>
          <p:nvPr/>
        </p:nvSpPr>
        <p:spPr>
          <a:xfrm>
            <a:off x="4457925" y="1480305"/>
            <a:ext cx="3285075" cy="817732"/>
          </a:xfrm>
          <a:prstGeom prst="rect">
            <a:avLst/>
          </a:prstGeom>
          <a:solidFill>
            <a:schemeClr val="accent3"/>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a:r>
              <a:rPr lang="zh-CN" altLang="en-US" sz="2400" b="1" dirty="0">
                <a:solidFill>
                  <a:schemeClr val="bg1"/>
                </a:solidFill>
                <a:effectLst>
                  <a:outerShdw blurRad="38100" dist="38100" dir="2700000" algn="tl">
                    <a:srgbClr val="000000">
                      <a:alpha val="43137"/>
                    </a:srgbClr>
                  </a:outerShdw>
                </a:effectLst>
                <a:latin typeface="+mn-ea"/>
              </a:rPr>
              <a:t>单击此处添加标题</a:t>
            </a:r>
            <a:endParaRPr lang="zh-CN" altLang="en-US" sz="2400" b="1" dirty="0">
              <a:solidFill>
                <a:schemeClr val="bg1"/>
              </a:solidFill>
              <a:effectLst>
                <a:outerShdw blurRad="38100" dist="38100" dir="2700000" algn="tl">
                  <a:srgbClr val="000000">
                    <a:alpha val="43137"/>
                  </a:srgbClr>
                </a:outerShdw>
              </a:effectLst>
              <a:latin typeface="+mn-ea"/>
            </a:endParaRPr>
          </a:p>
        </p:txBody>
      </p:sp>
      <p:sp>
        <p:nvSpPr>
          <p:cNvPr id="23" name="右箭头 22"/>
          <p:cNvSpPr/>
          <p:nvPr/>
        </p:nvSpPr>
        <p:spPr>
          <a:xfrm>
            <a:off x="4705459" y="2669082"/>
            <a:ext cx="157244" cy="182941"/>
          </a:xfrm>
          <a:prstGeom prst="rightArrow">
            <a:avLst>
              <a:gd name="adj1" fmla="val 100000"/>
              <a:gd name="adj2" fmla="val 100000"/>
            </a:avLst>
          </a:prstGeom>
          <a:solidFill>
            <a:schemeClr val="accent3"/>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fontScale="70000" lnSpcReduction="20000"/>
          </a:bodyPr>
          <a:lstStyle/>
          <a:p>
            <a:pPr algn="ctr"/>
            <a:endParaRPr lang="zh-CN" altLang="en-US" sz="2000" b="1" dirty="0">
              <a:solidFill>
                <a:schemeClr val="tx1"/>
              </a:solidFill>
              <a:latin typeface="+mn-ea"/>
            </a:endParaRPr>
          </a:p>
        </p:txBody>
      </p:sp>
      <p:sp>
        <p:nvSpPr>
          <p:cNvPr id="24" name="右箭头 23"/>
          <p:cNvSpPr/>
          <p:nvPr/>
        </p:nvSpPr>
        <p:spPr>
          <a:xfrm>
            <a:off x="4689151" y="3599891"/>
            <a:ext cx="173553" cy="187985"/>
          </a:xfrm>
          <a:prstGeom prst="rightArrow">
            <a:avLst>
              <a:gd name="adj1" fmla="val 100000"/>
              <a:gd name="adj2" fmla="val 100000"/>
            </a:avLst>
          </a:prstGeom>
          <a:solidFill>
            <a:schemeClr val="accent3"/>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fontScale="70000" lnSpcReduction="20000"/>
          </a:bodyPr>
          <a:lstStyle/>
          <a:p>
            <a:pPr algn="ctr"/>
            <a:endParaRPr lang="zh-CN" altLang="en-US" sz="2000" b="1" dirty="0">
              <a:solidFill>
                <a:schemeClr val="tx1"/>
              </a:solidFill>
              <a:latin typeface="+mn-ea"/>
            </a:endParaRPr>
          </a:p>
        </p:txBody>
      </p:sp>
      <p:sp>
        <p:nvSpPr>
          <p:cNvPr id="17" name="矩形 16"/>
          <p:cNvSpPr/>
          <p:nvPr/>
        </p:nvSpPr>
        <p:spPr>
          <a:xfrm>
            <a:off x="8202075" y="1480305"/>
            <a:ext cx="3285075" cy="3405935"/>
          </a:xfrm>
          <a:prstGeom prst="rect">
            <a:avLst/>
          </a:prstGeom>
          <a:solidFill>
            <a:schemeClr val="bg2">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latin typeface="+mn-ea"/>
            </a:endParaRPr>
          </a:p>
        </p:txBody>
      </p:sp>
      <p:sp>
        <p:nvSpPr>
          <p:cNvPr id="18" name="矩形 17"/>
          <p:cNvSpPr/>
          <p:nvPr/>
        </p:nvSpPr>
        <p:spPr>
          <a:xfrm>
            <a:off x="8202076" y="1480305"/>
            <a:ext cx="3285075" cy="817733"/>
          </a:xfrm>
          <a:prstGeom prst="rect">
            <a:avLst/>
          </a:prstGeom>
          <a:solidFill>
            <a:schemeClr val="accent3"/>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a:r>
              <a:rPr lang="zh-CN" altLang="en-US" sz="2400" b="1" dirty="0">
                <a:solidFill>
                  <a:schemeClr val="bg1"/>
                </a:solidFill>
                <a:effectLst>
                  <a:outerShdw blurRad="38100" dist="38100" dir="2700000" algn="tl">
                    <a:srgbClr val="000000">
                      <a:alpha val="43137"/>
                    </a:srgbClr>
                  </a:outerShdw>
                </a:effectLst>
                <a:latin typeface="+mn-ea"/>
              </a:rPr>
              <a:t>单击此处添加标题</a:t>
            </a:r>
            <a:endParaRPr lang="zh-CN" altLang="en-US" sz="2400" b="1" dirty="0">
              <a:solidFill>
                <a:schemeClr val="bg1"/>
              </a:solidFill>
              <a:effectLst>
                <a:outerShdw blurRad="38100" dist="38100" dir="2700000" algn="tl">
                  <a:srgbClr val="000000">
                    <a:alpha val="43137"/>
                  </a:srgbClr>
                </a:outerShdw>
              </a:effectLst>
              <a:latin typeface="+mn-ea"/>
            </a:endParaRPr>
          </a:p>
        </p:txBody>
      </p:sp>
      <p:sp>
        <p:nvSpPr>
          <p:cNvPr id="19" name="右箭头 18"/>
          <p:cNvSpPr/>
          <p:nvPr/>
        </p:nvSpPr>
        <p:spPr>
          <a:xfrm>
            <a:off x="8499638" y="2669078"/>
            <a:ext cx="179260" cy="214980"/>
          </a:xfrm>
          <a:prstGeom prst="rightArrow">
            <a:avLst>
              <a:gd name="adj1" fmla="val 100000"/>
              <a:gd name="adj2" fmla="val 100000"/>
            </a:avLst>
          </a:prstGeom>
          <a:solidFill>
            <a:schemeClr val="accent3"/>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fontScale="85000" lnSpcReduction="20000"/>
          </a:bodyPr>
          <a:lstStyle/>
          <a:p>
            <a:pPr algn="ctr"/>
            <a:endParaRPr lang="zh-CN" altLang="en-US" sz="2000" b="1" dirty="0">
              <a:solidFill>
                <a:schemeClr val="tx1"/>
              </a:solidFill>
              <a:latin typeface="+mn-ea"/>
            </a:endParaRPr>
          </a:p>
        </p:txBody>
      </p:sp>
      <p:sp>
        <p:nvSpPr>
          <p:cNvPr id="20" name="右箭头 19"/>
          <p:cNvSpPr/>
          <p:nvPr/>
        </p:nvSpPr>
        <p:spPr>
          <a:xfrm>
            <a:off x="8499648" y="3551623"/>
            <a:ext cx="179260" cy="214980"/>
          </a:xfrm>
          <a:prstGeom prst="rightArrow">
            <a:avLst>
              <a:gd name="adj1" fmla="val 100000"/>
              <a:gd name="adj2" fmla="val 100000"/>
            </a:avLst>
          </a:prstGeom>
          <a:solidFill>
            <a:schemeClr val="accent3"/>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fontScale="85000" lnSpcReduction="20000"/>
          </a:bodyPr>
          <a:lstStyle/>
          <a:p>
            <a:pPr algn="ctr"/>
            <a:endParaRPr lang="zh-CN" altLang="en-US" sz="2000" b="1" dirty="0">
              <a:solidFill>
                <a:schemeClr val="tx1"/>
              </a:solidFill>
              <a:latin typeface="+mn-ea"/>
            </a:endParaRPr>
          </a:p>
        </p:txBody>
      </p:sp>
      <p:sp>
        <p:nvSpPr>
          <p:cNvPr id="6" name="矩形 5"/>
          <p:cNvSpPr/>
          <p:nvPr/>
        </p:nvSpPr>
        <p:spPr>
          <a:xfrm>
            <a:off x="1242255" y="3465226"/>
            <a:ext cx="2519156" cy="876500"/>
          </a:xfrm>
          <a:prstGeom prst="rect">
            <a:avLst/>
          </a:prstGeom>
          <a:ln>
            <a:noFill/>
          </a:ln>
        </p:spPr>
        <p:txBody>
          <a:bodyPr wrap="square" lIns="91440" tIns="45720" rIns="91440" bIns="45720" anchor="t">
            <a:noAutofit/>
          </a:bodyPr>
          <a:lstStyle/>
          <a:p>
            <a:pPr>
              <a:lnSpc>
                <a:spcPct val="130000"/>
              </a:lnSpc>
            </a:pPr>
            <a:r>
              <a:rPr lang="zh-CN" altLang="en-US" dirty="0">
                <a:latin typeface="+mn-ea"/>
              </a:rPr>
              <a:t>请在此输入文字说明</a:t>
            </a:r>
            <a:endParaRPr lang="zh-CN" altLang="en-US" dirty="0">
              <a:latin typeface="+mn-ea"/>
            </a:endParaRPr>
          </a:p>
          <a:p>
            <a:pPr>
              <a:lnSpc>
                <a:spcPct val="130000"/>
              </a:lnSpc>
            </a:pPr>
            <a:r>
              <a:rPr lang="zh-CN" altLang="en-US" dirty="0">
                <a:latin typeface="+mn-ea"/>
              </a:rPr>
              <a:t>请在此输入文字说明</a:t>
            </a:r>
            <a:endParaRPr lang="zh-CN" altLang="en-US" dirty="0">
              <a:latin typeface="+mn-ea"/>
            </a:endParaRPr>
          </a:p>
        </p:txBody>
      </p:sp>
      <p:sp>
        <p:nvSpPr>
          <p:cNvPr id="7" name="矩形 6"/>
          <p:cNvSpPr/>
          <p:nvPr/>
        </p:nvSpPr>
        <p:spPr>
          <a:xfrm>
            <a:off x="4910218" y="2479436"/>
            <a:ext cx="2563999" cy="745175"/>
          </a:xfrm>
          <a:prstGeom prst="rect">
            <a:avLst/>
          </a:prstGeom>
          <a:ln>
            <a:noFill/>
          </a:ln>
        </p:spPr>
        <p:txBody>
          <a:bodyPr wrap="square" lIns="91440" tIns="45720" rIns="91440" bIns="45720" anchor="t">
            <a:noAutofit/>
          </a:bodyPr>
          <a:lstStyle/>
          <a:p>
            <a:pPr>
              <a:lnSpc>
                <a:spcPct val="130000"/>
              </a:lnSpc>
            </a:pPr>
            <a:r>
              <a:rPr lang="zh-CN" altLang="en-US" dirty="0">
                <a:latin typeface="+mn-ea"/>
              </a:rPr>
              <a:t>请在此输入文字说明</a:t>
            </a:r>
            <a:endParaRPr lang="zh-CN" altLang="en-US" dirty="0">
              <a:latin typeface="+mn-ea"/>
            </a:endParaRPr>
          </a:p>
          <a:p>
            <a:pPr>
              <a:lnSpc>
                <a:spcPct val="130000"/>
              </a:lnSpc>
            </a:pPr>
            <a:r>
              <a:rPr lang="zh-CN" altLang="en-US" dirty="0">
                <a:latin typeface="+mn-ea"/>
              </a:rPr>
              <a:t>请在此输入文字说明</a:t>
            </a:r>
            <a:endParaRPr lang="zh-CN" altLang="en-US" dirty="0">
              <a:latin typeface="+mn-ea"/>
            </a:endParaRPr>
          </a:p>
        </p:txBody>
      </p:sp>
      <p:sp>
        <p:nvSpPr>
          <p:cNvPr id="8" name="矩形 7"/>
          <p:cNvSpPr/>
          <p:nvPr/>
        </p:nvSpPr>
        <p:spPr>
          <a:xfrm>
            <a:off x="4910218" y="3455003"/>
            <a:ext cx="2563999" cy="756909"/>
          </a:xfrm>
          <a:prstGeom prst="rect">
            <a:avLst/>
          </a:prstGeom>
          <a:ln>
            <a:noFill/>
          </a:ln>
        </p:spPr>
        <p:txBody>
          <a:bodyPr wrap="square" lIns="91440" tIns="45720" rIns="91440" bIns="45720" anchor="t">
            <a:noAutofit/>
          </a:bodyPr>
          <a:lstStyle/>
          <a:p>
            <a:pPr>
              <a:lnSpc>
                <a:spcPct val="130000"/>
              </a:lnSpc>
            </a:pPr>
            <a:r>
              <a:rPr lang="zh-CN" altLang="en-US" dirty="0">
                <a:latin typeface="+mn-ea"/>
              </a:rPr>
              <a:t>请在此输入文字说明</a:t>
            </a:r>
            <a:endParaRPr lang="zh-CN" altLang="en-US" dirty="0">
              <a:latin typeface="+mn-ea"/>
            </a:endParaRPr>
          </a:p>
          <a:p>
            <a:pPr>
              <a:lnSpc>
                <a:spcPct val="130000"/>
              </a:lnSpc>
            </a:pPr>
            <a:r>
              <a:rPr lang="zh-CN" altLang="en-US" dirty="0">
                <a:latin typeface="+mn-ea"/>
              </a:rPr>
              <a:t>请在此输入文字说明</a:t>
            </a:r>
            <a:endParaRPr lang="zh-CN" altLang="en-US" dirty="0">
              <a:latin typeface="+mn-ea"/>
            </a:endParaRPr>
          </a:p>
        </p:txBody>
      </p:sp>
      <p:sp>
        <p:nvSpPr>
          <p:cNvPr id="9" name="矩形 8"/>
          <p:cNvSpPr/>
          <p:nvPr/>
        </p:nvSpPr>
        <p:spPr>
          <a:xfrm>
            <a:off x="8707211" y="2507017"/>
            <a:ext cx="2533005" cy="874104"/>
          </a:xfrm>
          <a:prstGeom prst="rect">
            <a:avLst/>
          </a:prstGeom>
          <a:ln>
            <a:noFill/>
          </a:ln>
        </p:spPr>
        <p:txBody>
          <a:bodyPr wrap="square" lIns="91440" tIns="45720" rIns="91440" bIns="45720" anchor="t">
            <a:noAutofit/>
          </a:bodyPr>
          <a:lstStyle/>
          <a:p>
            <a:pPr>
              <a:lnSpc>
                <a:spcPct val="130000"/>
              </a:lnSpc>
            </a:pPr>
            <a:r>
              <a:rPr lang="zh-CN" altLang="en-US" dirty="0">
                <a:latin typeface="+mn-ea"/>
              </a:rPr>
              <a:t>请在此输入文字说明</a:t>
            </a:r>
            <a:endParaRPr lang="zh-CN" altLang="en-US" dirty="0">
              <a:latin typeface="+mn-ea"/>
            </a:endParaRPr>
          </a:p>
          <a:p>
            <a:pPr>
              <a:lnSpc>
                <a:spcPct val="130000"/>
              </a:lnSpc>
            </a:pPr>
            <a:r>
              <a:rPr lang="zh-CN" altLang="en-US" dirty="0">
                <a:latin typeface="+mn-ea"/>
              </a:rPr>
              <a:t>请在此输入文字说明</a:t>
            </a:r>
            <a:endParaRPr lang="zh-CN" altLang="en-US" dirty="0">
              <a:latin typeface="+mn-ea"/>
            </a:endParaRPr>
          </a:p>
        </p:txBody>
      </p:sp>
      <p:sp>
        <p:nvSpPr>
          <p:cNvPr id="10" name="矩形 9"/>
          <p:cNvSpPr/>
          <p:nvPr/>
        </p:nvSpPr>
        <p:spPr>
          <a:xfrm>
            <a:off x="8707211" y="3469759"/>
            <a:ext cx="2478034" cy="1015096"/>
          </a:xfrm>
          <a:prstGeom prst="rect">
            <a:avLst/>
          </a:prstGeom>
          <a:ln>
            <a:noFill/>
          </a:ln>
        </p:spPr>
        <p:txBody>
          <a:bodyPr wrap="square" lIns="91440" tIns="45720" rIns="91440" bIns="45720" anchor="t">
            <a:noAutofit/>
          </a:bodyPr>
          <a:lstStyle/>
          <a:p>
            <a:pPr>
              <a:lnSpc>
                <a:spcPct val="130000"/>
              </a:lnSpc>
            </a:pPr>
            <a:r>
              <a:rPr lang="zh-CN" altLang="en-US" dirty="0">
                <a:latin typeface="+mn-ea"/>
              </a:rPr>
              <a:t>请在此输入文字说明</a:t>
            </a:r>
            <a:endParaRPr lang="zh-CN" altLang="en-US" dirty="0">
              <a:latin typeface="+mn-ea"/>
            </a:endParaRPr>
          </a:p>
          <a:p>
            <a:pPr>
              <a:lnSpc>
                <a:spcPct val="130000"/>
              </a:lnSpc>
            </a:pPr>
            <a:r>
              <a:rPr lang="zh-CN" altLang="en-US" dirty="0">
                <a:latin typeface="+mn-ea"/>
              </a:rPr>
              <a:t>请在此输入文字说明</a:t>
            </a:r>
            <a:endParaRPr lang="zh-CN" altLang="en-US" dirty="0">
              <a:latin typeface="+mn-ea"/>
            </a:endParaRPr>
          </a:p>
        </p:txBody>
      </p:sp>
      <p:sp>
        <p:nvSpPr>
          <p:cNvPr id="11" name="右箭头 10"/>
          <p:cNvSpPr/>
          <p:nvPr/>
        </p:nvSpPr>
        <p:spPr>
          <a:xfrm>
            <a:off x="934090" y="2712018"/>
            <a:ext cx="166736" cy="214980"/>
          </a:xfrm>
          <a:prstGeom prst="rightArrow">
            <a:avLst>
              <a:gd name="adj1" fmla="val 100000"/>
              <a:gd name="adj2" fmla="val 100000"/>
            </a:avLst>
          </a:prstGeom>
          <a:solidFill>
            <a:schemeClr val="accent3"/>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fontScale="85000" lnSpcReduction="20000"/>
          </a:bodyPr>
          <a:lstStyle/>
          <a:p>
            <a:pPr algn="ctr"/>
            <a:endParaRPr lang="zh-CN" altLang="en-US" sz="2000" b="1" dirty="0">
              <a:solidFill>
                <a:schemeClr val="tx1"/>
              </a:solidFill>
              <a:latin typeface="+mn-ea"/>
            </a:endParaRPr>
          </a:p>
        </p:txBody>
      </p:sp>
      <p:sp>
        <p:nvSpPr>
          <p:cNvPr id="12" name="右箭头 11"/>
          <p:cNvSpPr/>
          <p:nvPr/>
        </p:nvSpPr>
        <p:spPr>
          <a:xfrm>
            <a:off x="934090" y="3745925"/>
            <a:ext cx="166736" cy="214980"/>
          </a:xfrm>
          <a:prstGeom prst="rightArrow">
            <a:avLst>
              <a:gd name="adj1" fmla="val 100000"/>
              <a:gd name="adj2" fmla="val 100000"/>
            </a:avLst>
          </a:prstGeom>
          <a:solidFill>
            <a:schemeClr val="accent3"/>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fontScale="85000" lnSpcReduction="20000"/>
          </a:bodyPr>
          <a:lstStyle/>
          <a:p>
            <a:pPr algn="ctr"/>
            <a:endParaRPr lang="zh-CN" altLang="en-US" sz="2000" b="1" dirty="0">
              <a:solidFill>
                <a:schemeClr val="tx1"/>
              </a:solidFill>
              <a:latin typeface="+mn-ea"/>
            </a:endParaRPr>
          </a:p>
        </p:txBody>
      </p:sp>
      <p:sp>
        <p:nvSpPr>
          <p:cNvPr id="25" name="TextBox 504"/>
          <p:cNvSpPr txBox="1"/>
          <p:nvPr/>
        </p:nvSpPr>
        <p:spPr>
          <a:xfrm>
            <a:off x="657102" y="5160653"/>
            <a:ext cx="10877795" cy="833105"/>
          </a:xfrm>
          <a:prstGeom prst="rect">
            <a:avLst/>
          </a:prstGeom>
          <a:noFill/>
        </p:spPr>
        <p:txBody>
          <a:bodyPr wrap="square" lIns="91433" tIns="45716" rIns="91433" bIns="45716" rtlCol="0">
            <a:spAutoFit/>
          </a:bodyPr>
          <a:lstStyle>
            <a:defPPr>
              <a:defRPr lang="zh-CN"/>
            </a:defPPr>
            <a:lvl1pPr>
              <a:lnSpc>
                <a:spcPct val="130000"/>
              </a:lnSpc>
              <a:defRPr sz="1400">
                <a:solidFill>
                  <a:schemeClr val="tx1">
                    <a:lumMod val="75000"/>
                    <a:lumOff val="25000"/>
                  </a:schemeClr>
                </a:solidFill>
                <a:latin typeface="微软雅黑" panose="020B0503020204020204" pitchFamily="34" charset="-122"/>
                <a:ea typeface="微软雅黑" panose="020B0503020204020204" pitchFamily="34" charset="-122"/>
              </a:defRPr>
            </a:lvl1pPr>
          </a:lstStyle>
          <a:p>
            <a:pPr algn="just">
              <a:lnSpc>
                <a:spcPct val="125000"/>
              </a:lnSpc>
              <a:spcAft>
                <a:spcPts val="1200"/>
              </a:spcAft>
            </a:pPr>
            <a:r>
              <a:rPr lang="zh-CN" altLang="en-US" sz="2000" dirty="0">
                <a:solidFill>
                  <a:schemeClr val="bg1">
                    <a:lumMod val="50000"/>
                  </a:schemeClr>
                </a:solidFill>
                <a:latin typeface="思源黑体 CN Light" panose="020B0300000000000000" pitchFamily="34" charset="-122"/>
                <a:ea typeface="思源黑体 CN Light" panose="020B0300000000000000" pitchFamily="34" charset="-122"/>
                <a:sym typeface="微软雅黑" panose="020B0503020204020204" pitchFamily="34" charset="-122"/>
              </a:rPr>
              <a:t>请在此输入文字说明请在此输入文字说明请在此输入文字说明请在此输入文字说明请在此输入文字说明请在此输入文字说明请在此输入文字说明请在此输入文字说明请在此输入文字说明请在此</a:t>
            </a:r>
            <a:endParaRPr lang="zh-CN" altLang="en-US" sz="2000" dirty="0">
              <a:solidFill>
                <a:schemeClr val="bg1">
                  <a:lumMod val="50000"/>
                </a:schemeClr>
              </a:solidFill>
              <a:latin typeface="思源黑体 CN Light" panose="020B0300000000000000" pitchFamily="34" charset="-122"/>
              <a:ea typeface="思源黑体 CN Light" panose="020B0300000000000000" pitchFamily="34" charset="-122"/>
              <a:sym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1"/>
          <p:cNvSpPr txBox="1"/>
          <p:nvPr/>
        </p:nvSpPr>
        <p:spPr>
          <a:xfrm>
            <a:off x="5943600" y="1908279"/>
            <a:ext cx="5467350" cy="1638300"/>
          </a:xfrm>
          <a:prstGeom prst="rect">
            <a:avLst/>
          </a:prstGeom>
        </p:spPr>
        <p:txBody>
          <a:bodyPr vert="horz" lIns="144000" tIns="144000" rIns="144000" bIns="144000" rtlCol="0" anchor="ctr" anchorCtr="0">
            <a:normAutofit fontScale="92500"/>
          </a:bodyPr>
          <a:lstStyle>
            <a:lvl1pPr marL="0" indent="0" algn="ctr" defTabSz="914400" rtl="0" eaLnBrk="1" latinLnBrk="0" hangingPunct="1">
              <a:lnSpc>
                <a:spcPct val="100000"/>
              </a:lnSpc>
              <a:spcBef>
                <a:spcPts val="1000"/>
              </a:spcBef>
              <a:buFont typeface="Arial" panose="020B060402020209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a:t>请输入章节标题</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1"/>
          <p:cNvSpPr txBox="1"/>
          <p:nvPr/>
        </p:nvSpPr>
        <p:spPr>
          <a:xfrm>
            <a:off x="457200" y="1908279"/>
            <a:ext cx="5467350" cy="1638300"/>
          </a:xfrm>
          <a:prstGeom prst="rect">
            <a:avLst/>
          </a:prstGeom>
        </p:spPr>
        <p:txBody>
          <a:bodyPr vert="horz" lIns="144000" tIns="144000" rIns="144000" bIns="144000" rtlCol="0" anchor="ctr" anchorCtr="0">
            <a:normAutofit fontScale="92500"/>
          </a:bodyPr>
          <a:lstStyle>
            <a:lvl1pPr marL="0" indent="0" algn="ctr" defTabSz="914400" rtl="0" eaLnBrk="1" latinLnBrk="0" hangingPunct="1">
              <a:lnSpc>
                <a:spcPct val="100000"/>
              </a:lnSpc>
              <a:spcBef>
                <a:spcPts val="1000"/>
              </a:spcBef>
              <a:buFont typeface="Arial" panose="020B060402020209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dirty="0"/>
              <a:t>请输入章节标题</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内容页</a:t>
            </a:r>
            <a:r>
              <a:rPr lang="en-US" altLang="zh-CN" dirty="0"/>
              <a:t>-</a:t>
            </a:r>
            <a:r>
              <a:rPr lang="zh-CN" altLang="en-US" dirty="0"/>
              <a:t>样例</a:t>
            </a:r>
            <a:r>
              <a:rPr lang="en-US" altLang="zh-CN" dirty="0"/>
              <a:t>3</a:t>
            </a:r>
            <a:endParaRPr lang="zh-CN" altLang="en-US" dirty="0"/>
          </a:p>
        </p:txBody>
      </p:sp>
      <p:sp>
        <p:nvSpPr>
          <p:cNvPr id="4" name="MH_SubTitle_1"/>
          <p:cNvSpPr>
            <a:spLocks noChangeArrowheads="1"/>
          </p:cNvSpPr>
          <p:nvPr>
            <p:custDataLst>
              <p:tags r:id="rId1"/>
            </p:custDataLst>
          </p:nvPr>
        </p:nvSpPr>
        <p:spPr bwMode="auto">
          <a:xfrm>
            <a:off x="1623620" y="1868325"/>
            <a:ext cx="1252342" cy="1252342"/>
          </a:xfrm>
          <a:prstGeom prst="ellipse">
            <a:avLst/>
          </a:prstGeom>
          <a:solidFill>
            <a:schemeClr val="tx2"/>
          </a:solidFill>
          <a:ln w="28575" cap="flat">
            <a:noFill/>
            <a:prstDash val="solid"/>
            <a:miter lim="800000"/>
          </a:ln>
          <a:effectLst>
            <a:outerShdw blurRad="101600" dist="101600" dir="5400000" algn="t" rotWithShape="0">
              <a:prstClr val="black">
                <a:alpha val="18000"/>
              </a:prstClr>
            </a:outerShdw>
          </a:effectLst>
        </p:spPr>
        <p:txBody>
          <a:bodyPr vert="horz" wrap="square" lIns="0" tIns="0" rIns="0" bIns="0" numCol="1" anchor="ctr" anchorCtr="1" compatLnSpc="1"/>
          <a:lstStyle/>
          <a:p>
            <a:pPr algn="ctr"/>
            <a:r>
              <a:rPr lang="en-US" altLang="zh-CN" sz="2400" b="1" dirty="0">
                <a:solidFill>
                  <a:schemeClr val="bg1"/>
                </a:solidFill>
                <a:latin typeface="+mn-ea"/>
              </a:rPr>
              <a:t>ONE</a:t>
            </a:r>
            <a:endParaRPr lang="en-US" altLang="zh-CN" sz="2400" b="1" dirty="0">
              <a:solidFill>
                <a:schemeClr val="bg1"/>
              </a:solidFill>
              <a:latin typeface="+mn-ea"/>
            </a:endParaRPr>
          </a:p>
        </p:txBody>
      </p:sp>
      <p:grpSp>
        <p:nvGrpSpPr>
          <p:cNvPr id="5" name="组合 4"/>
          <p:cNvGrpSpPr/>
          <p:nvPr/>
        </p:nvGrpSpPr>
        <p:grpSpPr>
          <a:xfrm>
            <a:off x="714722" y="2494496"/>
            <a:ext cx="1535069" cy="848178"/>
            <a:chOff x="1001790" y="2546063"/>
            <a:chExt cx="1458881" cy="806081"/>
          </a:xfrm>
        </p:grpSpPr>
        <p:cxnSp>
          <p:nvCxnSpPr>
            <p:cNvPr id="32" name="MH_Other_1"/>
            <p:cNvCxnSpPr/>
            <p:nvPr>
              <p:custDataLst>
                <p:tags r:id="rId2"/>
              </p:custDataLst>
            </p:nvPr>
          </p:nvCxnSpPr>
          <p:spPr>
            <a:xfrm>
              <a:off x="1001790" y="2546063"/>
              <a:ext cx="652799" cy="0"/>
            </a:xfrm>
            <a:prstGeom prst="line">
              <a:avLst/>
            </a:prstGeom>
            <a:ln w="25400">
              <a:solidFill>
                <a:srgbClr val="D5D5D5"/>
              </a:solidFill>
              <a:headEnd type="oval"/>
            </a:ln>
          </p:spPr>
          <p:style>
            <a:lnRef idx="1">
              <a:schemeClr val="accent1"/>
            </a:lnRef>
            <a:fillRef idx="0">
              <a:schemeClr val="accent1"/>
            </a:fillRef>
            <a:effectRef idx="0">
              <a:schemeClr val="accent1"/>
            </a:effectRef>
            <a:fontRef idx="minor">
              <a:schemeClr val="tx1"/>
            </a:fontRef>
          </p:style>
        </p:cxnSp>
        <p:sp>
          <p:nvSpPr>
            <p:cNvPr id="33" name="MH_Other_3"/>
            <p:cNvSpPr/>
            <p:nvPr>
              <p:custDataLst>
                <p:tags r:id="rId3"/>
              </p:custDataLst>
            </p:nvPr>
          </p:nvSpPr>
          <p:spPr bwMode="auto">
            <a:xfrm flipV="1">
              <a:off x="1641967" y="2546063"/>
              <a:ext cx="818704" cy="806081"/>
            </a:xfrm>
            <a:custGeom>
              <a:avLst/>
              <a:gdLst>
                <a:gd name="T0" fmla="*/ 0 w 722402"/>
                <a:gd name="T1" fmla="*/ 706357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D5D5D5"/>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sz="2800" dirty="0">
                <a:latin typeface="+mn-ea"/>
              </a:endParaRPr>
            </a:p>
          </p:txBody>
        </p:sp>
      </p:grpSp>
      <p:sp>
        <p:nvSpPr>
          <p:cNvPr id="6" name="MH_SubTitle_2"/>
          <p:cNvSpPr>
            <a:spLocks noChangeArrowheads="1"/>
          </p:cNvSpPr>
          <p:nvPr>
            <p:custDataLst>
              <p:tags r:id="rId4"/>
            </p:custDataLst>
          </p:nvPr>
        </p:nvSpPr>
        <p:spPr bwMode="auto">
          <a:xfrm>
            <a:off x="4187127" y="1868325"/>
            <a:ext cx="1250445" cy="1252342"/>
          </a:xfrm>
          <a:prstGeom prst="ellipse">
            <a:avLst/>
          </a:prstGeom>
          <a:solidFill>
            <a:schemeClr val="accent1"/>
          </a:solidFill>
          <a:ln w="28575" cap="flat">
            <a:noFill/>
            <a:prstDash val="solid"/>
            <a:miter lim="800000"/>
          </a:ln>
          <a:effectLst>
            <a:outerShdw blurRad="101600" dist="101600" dir="5400000" algn="t" rotWithShape="0">
              <a:prstClr val="black">
                <a:alpha val="18000"/>
              </a:prstClr>
            </a:outerShdw>
          </a:effectLst>
        </p:spPr>
        <p:txBody>
          <a:bodyPr vert="horz" wrap="square" lIns="0" tIns="0" rIns="0" bIns="0" numCol="1" anchor="ctr" anchorCtr="1" compatLnSpc="1"/>
          <a:lstStyle/>
          <a:p>
            <a:pPr algn="ctr"/>
            <a:r>
              <a:rPr lang="en-US" altLang="zh-CN" sz="2400" b="1" dirty="0">
                <a:solidFill>
                  <a:schemeClr val="bg1"/>
                </a:solidFill>
                <a:latin typeface="+mn-ea"/>
              </a:rPr>
              <a:t>TWO</a:t>
            </a:r>
            <a:endParaRPr lang="en-US" altLang="zh-CN" sz="2400" b="1" dirty="0">
              <a:solidFill>
                <a:schemeClr val="bg1"/>
              </a:solidFill>
              <a:latin typeface="+mn-ea"/>
            </a:endParaRPr>
          </a:p>
        </p:txBody>
      </p:sp>
      <p:sp>
        <p:nvSpPr>
          <p:cNvPr id="7" name="MH_SubTitle_3"/>
          <p:cNvSpPr>
            <a:spLocks noChangeArrowheads="1"/>
          </p:cNvSpPr>
          <p:nvPr>
            <p:custDataLst>
              <p:tags r:id="rId5"/>
            </p:custDataLst>
          </p:nvPr>
        </p:nvSpPr>
        <p:spPr bwMode="auto">
          <a:xfrm>
            <a:off x="6748735" y="1868325"/>
            <a:ext cx="1250445" cy="1252342"/>
          </a:xfrm>
          <a:prstGeom prst="ellipse">
            <a:avLst/>
          </a:prstGeom>
          <a:solidFill>
            <a:schemeClr val="accent2"/>
          </a:solidFill>
          <a:ln w="28575" cap="flat">
            <a:noFill/>
            <a:prstDash val="solid"/>
            <a:miter lim="800000"/>
          </a:ln>
          <a:effectLst>
            <a:outerShdw blurRad="101600" dist="101600" dir="5400000" algn="t" rotWithShape="0">
              <a:prstClr val="black">
                <a:alpha val="18000"/>
              </a:prstClr>
            </a:outerShdw>
          </a:effectLst>
        </p:spPr>
        <p:txBody>
          <a:bodyPr vert="horz" wrap="square" lIns="0" tIns="0" rIns="0" bIns="0" numCol="1" anchor="ctr" anchorCtr="1" compatLnSpc="1"/>
          <a:lstStyle/>
          <a:p>
            <a:pPr algn="ctr"/>
            <a:r>
              <a:rPr lang="en-US" altLang="zh-CN" sz="2000" b="1" dirty="0">
                <a:solidFill>
                  <a:schemeClr val="bg1"/>
                </a:solidFill>
                <a:latin typeface="+mn-ea"/>
              </a:rPr>
              <a:t>THREE</a:t>
            </a:r>
            <a:endParaRPr lang="en-US" altLang="zh-CN" sz="2000" b="1" dirty="0">
              <a:solidFill>
                <a:schemeClr val="bg1"/>
              </a:solidFill>
              <a:latin typeface="+mn-ea"/>
            </a:endParaRPr>
          </a:p>
        </p:txBody>
      </p:sp>
      <p:sp>
        <p:nvSpPr>
          <p:cNvPr id="8" name="MH_SubTitle_4"/>
          <p:cNvSpPr>
            <a:spLocks noChangeArrowheads="1"/>
          </p:cNvSpPr>
          <p:nvPr>
            <p:custDataLst>
              <p:tags r:id="rId6"/>
            </p:custDataLst>
          </p:nvPr>
        </p:nvSpPr>
        <p:spPr bwMode="auto">
          <a:xfrm>
            <a:off x="9317935" y="1868325"/>
            <a:ext cx="1250445" cy="1252342"/>
          </a:xfrm>
          <a:prstGeom prst="ellipse">
            <a:avLst/>
          </a:prstGeom>
          <a:solidFill>
            <a:schemeClr val="accent3"/>
          </a:solidFill>
          <a:ln w="28575" cap="flat">
            <a:noFill/>
            <a:prstDash val="solid"/>
            <a:miter lim="800000"/>
          </a:ln>
          <a:effectLst>
            <a:outerShdw blurRad="101600" dist="101600" dir="5400000" algn="t" rotWithShape="0">
              <a:prstClr val="black">
                <a:alpha val="18000"/>
              </a:prstClr>
            </a:outerShdw>
          </a:effectLst>
        </p:spPr>
        <p:txBody>
          <a:bodyPr vert="horz" wrap="square" lIns="0" tIns="0" rIns="0" bIns="0" numCol="1" anchor="ctr" anchorCtr="1" compatLnSpc="1"/>
          <a:lstStyle/>
          <a:p>
            <a:pPr algn="ctr"/>
            <a:r>
              <a:rPr lang="en-US" altLang="zh-CN" sz="2400" b="1" dirty="0">
                <a:solidFill>
                  <a:schemeClr val="bg1"/>
                </a:solidFill>
                <a:latin typeface="+mn-ea"/>
              </a:rPr>
              <a:t>FOUR</a:t>
            </a:r>
            <a:endParaRPr lang="en-US" altLang="zh-CN" sz="2400" b="1" dirty="0">
              <a:solidFill>
                <a:schemeClr val="bg1"/>
              </a:solidFill>
              <a:latin typeface="+mn-ea"/>
            </a:endParaRPr>
          </a:p>
        </p:txBody>
      </p:sp>
      <p:grpSp>
        <p:nvGrpSpPr>
          <p:cNvPr id="9" name="组合 8"/>
          <p:cNvGrpSpPr/>
          <p:nvPr/>
        </p:nvGrpSpPr>
        <p:grpSpPr>
          <a:xfrm>
            <a:off x="7373009" y="1646319"/>
            <a:ext cx="2569200" cy="1696354"/>
            <a:chOff x="7329618" y="1739983"/>
            <a:chExt cx="2441686" cy="1612161"/>
          </a:xfrm>
        </p:grpSpPr>
        <p:sp>
          <p:nvSpPr>
            <p:cNvPr id="29" name="MH_Other_6"/>
            <p:cNvSpPr/>
            <p:nvPr>
              <p:custDataLst>
                <p:tags r:id="rId7"/>
              </p:custDataLst>
            </p:nvPr>
          </p:nvSpPr>
          <p:spPr bwMode="auto">
            <a:xfrm flipH="1">
              <a:off x="7329618" y="1739983"/>
              <a:ext cx="818704" cy="806080"/>
            </a:xfrm>
            <a:custGeom>
              <a:avLst/>
              <a:gdLst>
                <a:gd name="T0" fmla="*/ 0 w 722402"/>
                <a:gd name="T1" fmla="*/ 706355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D5D5D5"/>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sz="2800" dirty="0">
                <a:latin typeface="+mn-ea"/>
              </a:endParaRPr>
            </a:p>
          </p:txBody>
        </p:sp>
        <p:cxnSp>
          <p:nvCxnSpPr>
            <p:cNvPr id="30" name="MH_Other_8"/>
            <p:cNvCxnSpPr/>
            <p:nvPr>
              <p:custDataLst>
                <p:tags r:id="rId8"/>
              </p:custDataLst>
            </p:nvPr>
          </p:nvCxnSpPr>
          <p:spPr>
            <a:xfrm>
              <a:off x="8135698" y="2546063"/>
              <a:ext cx="825918" cy="0"/>
            </a:xfrm>
            <a:prstGeom prst="line">
              <a:avLst/>
            </a:prstGeom>
            <a:ln w="25400">
              <a:solidFill>
                <a:srgbClr val="D5D5D5"/>
              </a:solidFill>
              <a:headEnd type="none"/>
            </a:ln>
          </p:spPr>
          <p:style>
            <a:lnRef idx="1">
              <a:schemeClr val="accent1"/>
            </a:lnRef>
            <a:fillRef idx="0">
              <a:schemeClr val="accent1"/>
            </a:fillRef>
            <a:effectRef idx="0">
              <a:schemeClr val="accent1"/>
            </a:effectRef>
            <a:fontRef idx="minor">
              <a:schemeClr val="tx1"/>
            </a:fontRef>
          </p:style>
        </p:cxnSp>
        <p:sp>
          <p:nvSpPr>
            <p:cNvPr id="31" name="MH_Other_10"/>
            <p:cNvSpPr/>
            <p:nvPr>
              <p:custDataLst>
                <p:tags r:id="rId9"/>
              </p:custDataLst>
            </p:nvPr>
          </p:nvSpPr>
          <p:spPr bwMode="auto">
            <a:xfrm flipV="1">
              <a:off x="8952600" y="2546063"/>
              <a:ext cx="818704" cy="806081"/>
            </a:xfrm>
            <a:custGeom>
              <a:avLst/>
              <a:gdLst>
                <a:gd name="T0" fmla="*/ 0 w 722402"/>
                <a:gd name="T1" fmla="*/ 706357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D5D5D5"/>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sz="2800" dirty="0">
                <a:latin typeface="+mn-ea"/>
              </a:endParaRPr>
            </a:p>
          </p:txBody>
        </p:sp>
      </p:grpSp>
      <p:grpSp>
        <p:nvGrpSpPr>
          <p:cNvPr id="10" name="组合 9"/>
          <p:cNvGrpSpPr/>
          <p:nvPr/>
        </p:nvGrpSpPr>
        <p:grpSpPr>
          <a:xfrm>
            <a:off x="9942209" y="1646318"/>
            <a:ext cx="1535068" cy="848176"/>
            <a:chOff x="9771304" y="1739983"/>
            <a:chExt cx="1458880" cy="806080"/>
          </a:xfrm>
        </p:grpSpPr>
        <p:sp>
          <p:nvSpPr>
            <p:cNvPr id="27" name="MH_Other_9"/>
            <p:cNvSpPr/>
            <p:nvPr>
              <p:custDataLst>
                <p:tags r:id="rId10"/>
              </p:custDataLst>
            </p:nvPr>
          </p:nvSpPr>
          <p:spPr bwMode="auto">
            <a:xfrm flipH="1">
              <a:off x="9771304" y="1739983"/>
              <a:ext cx="818704" cy="806080"/>
            </a:xfrm>
            <a:custGeom>
              <a:avLst/>
              <a:gdLst>
                <a:gd name="T0" fmla="*/ 0 w 722402"/>
                <a:gd name="T1" fmla="*/ 706355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D5D5D5"/>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sz="2800" dirty="0">
                <a:latin typeface="+mn-ea"/>
              </a:endParaRPr>
            </a:p>
          </p:txBody>
        </p:sp>
        <p:cxnSp>
          <p:nvCxnSpPr>
            <p:cNvPr id="28" name="MH_Other_11"/>
            <p:cNvCxnSpPr/>
            <p:nvPr>
              <p:custDataLst>
                <p:tags r:id="rId11"/>
              </p:custDataLst>
            </p:nvPr>
          </p:nvCxnSpPr>
          <p:spPr>
            <a:xfrm>
              <a:off x="10577385" y="2546063"/>
              <a:ext cx="652799" cy="0"/>
            </a:xfrm>
            <a:prstGeom prst="line">
              <a:avLst/>
            </a:prstGeom>
            <a:ln w="25400">
              <a:solidFill>
                <a:srgbClr val="D5D5D5"/>
              </a:solidFill>
              <a:headEnd type="none"/>
              <a:tailEnd type="oval"/>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2249790" y="1646319"/>
            <a:ext cx="2563507" cy="1696354"/>
            <a:chOff x="2460671" y="1739983"/>
            <a:chExt cx="2436276" cy="1612161"/>
          </a:xfrm>
        </p:grpSpPr>
        <p:sp>
          <p:nvSpPr>
            <p:cNvPr id="24" name="MH_Other_2"/>
            <p:cNvSpPr/>
            <p:nvPr>
              <p:custDataLst>
                <p:tags r:id="rId12"/>
              </p:custDataLst>
            </p:nvPr>
          </p:nvSpPr>
          <p:spPr bwMode="auto">
            <a:xfrm flipH="1">
              <a:off x="2460671" y="1739983"/>
              <a:ext cx="818704" cy="806080"/>
            </a:xfrm>
            <a:custGeom>
              <a:avLst/>
              <a:gdLst>
                <a:gd name="T0" fmla="*/ 0 w 722402"/>
                <a:gd name="T1" fmla="*/ 706355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D5D5D5"/>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sz="2800" dirty="0">
                <a:latin typeface="+mn-ea"/>
              </a:endParaRPr>
            </a:p>
          </p:txBody>
        </p:sp>
        <p:sp>
          <p:nvSpPr>
            <p:cNvPr id="25" name="MH_Other_5"/>
            <p:cNvSpPr/>
            <p:nvPr>
              <p:custDataLst>
                <p:tags r:id="rId13"/>
              </p:custDataLst>
            </p:nvPr>
          </p:nvSpPr>
          <p:spPr bwMode="auto">
            <a:xfrm flipV="1">
              <a:off x="4078243" y="2546063"/>
              <a:ext cx="818704" cy="806081"/>
            </a:xfrm>
            <a:custGeom>
              <a:avLst/>
              <a:gdLst>
                <a:gd name="T0" fmla="*/ 0 w 722402"/>
                <a:gd name="T1" fmla="*/ 706357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D5D5D5"/>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sz="2800" dirty="0">
                <a:latin typeface="+mn-ea"/>
              </a:endParaRPr>
            </a:p>
          </p:txBody>
        </p:sp>
        <p:cxnSp>
          <p:nvCxnSpPr>
            <p:cNvPr id="26" name="MH_Other_12"/>
            <p:cNvCxnSpPr/>
            <p:nvPr>
              <p:custDataLst>
                <p:tags r:id="rId14"/>
              </p:custDataLst>
            </p:nvPr>
          </p:nvCxnSpPr>
          <p:spPr>
            <a:xfrm>
              <a:off x="3264949" y="2546063"/>
              <a:ext cx="827720" cy="0"/>
            </a:xfrm>
            <a:prstGeom prst="line">
              <a:avLst/>
            </a:prstGeom>
            <a:ln w="25400">
              <a:solidFill>
                <a:srgbClr val="D5D5D5"/>
              </a:solidFill>
              <a:headEnd type="none"/>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a:off x="4813296" y="1646319"/>
            <a:ext cx="2559713" cy="1696354"/>
            <a:chOff x="4896947" y="1739983"/>
            <a:chExt cx="2432670" cy="1612161"/>
          </a:xfrm>
        </p:grpSpPr>
        <p:sp>
          <p:nvSpPr>
            <p:cNvPr id="21" name="MH_Other_4"/>
            <p:cNvSpPr/>
            <p:nvPr>
              <p:custDataLst>
                <p:tags r:id="rId15"/>
              </p:custDataLst>
            </p:nvPr>
          </p:nvSpPr>
          <p:spPr bwMode="auto">
            <a:xfrm flipH="1">
              <a:off x="4896947" y="1739983"/>
              <a:ext cx="818704" cy="806080"/>
            </a:xfrm>
            <a:custGeom>
              <a:avLst/>
              <a:gdLst>
                <a:gd name="T0" fmla="*/ 0 w 722402"/>
                <a:gd name="T1" fmla="*/ 706355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D5D5D5"/>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sz="2800" dirty="0">
                <a:latin typeface="+mn-ea"/>
              </a:endParaRPr>
            </a:p>
          </p:txBody>
        </p:sp>
        <p:sp>
          <p:nvSpPr>
            <p:cNvPr id="22" name="MH_Other_7"/>
            <p:cNvSpPr/>
            <p:nvPr>
              <p:custDataLst>
                <p:tags r:id="rId16"/>
              </p:custDataLst>
            </p:nvPr>
          </p:nvSpPr>
          <p:spPr bwMode="auto">
            <a:xfrm flipV="1">
              <a:off x="6510913" y="2546063"/>
              <a:ext cx="818704" cy="806081"/>
            </a:xfrm>
            <a:custGeom>
              <a:avLst/>
              <a:gdLst>
                <a:gd name="T0" fmla="*/ 0 w 722402"/>
                <a:gd name="T1" fmla="*/ 706357 h 711200"/>
                <a:gd name="T2" fmla="*/ 210799 w 722402"/>
                <a:gd name="T3" fmla="*/ 202969 h 711200"/>
                <a:gd name="T4" fmla="*/ 717354 w 722402"/>
                <a:gd name="T5" fmla="*/ 89 h 711200"/>
                <a:gd name="T6" fmla="*/ 0 60000 65536"/>
                <a:gd name="T7" fmla="*/ 0 60000 65536"/>
                <a:gd name="T8" fmla="*/ 0 60000 65536"/>
              </a:gdLst>
              <a:ahLst/>
              <a:cxnLst>
                <a:cxn ang="T6">
                  <a:pos x="T0" y="T1"/>
                </a:cxn>
                <a:cxn ang="T7">
                  <a:pos x="T2" y="T3"/>
                </a:cxn>
                <a:cxn ang="T8">
                  <a:pos x="T4" y="T5"/>
                </a:cxn>
              </a:cxnLst>
              <a:rect l="0" t="0" r="r" b="b"/>
              <a:pathLst>
                <a:path w="722402" h="711200">
                  <a:moveTo>
                    <a:pt x="0" y="711200"/>
                  </a:moveTo>
                  <a:cubicBezTo>
                    <a:pt x="0" y="520636"/>
                    <a:pt x="76476" y="338044"/>
                    <a:pt x="212282" y="204361"/>
                  </a:cubicBezTo>
                  <a:cubicBezTo>
                    <a:pt x="348088" y="70678"/>
                    <a:pt x="531862" y="-2913"/>
                    <a:pt x="722402" y="89"/>
                  </a:cubicBezTo>
                </a:path>
              </a:pathLst>
            </a:custGeom>
            <a:noFill/>
            <a:ln w="25400">
              <a:solidFill>
                <a:srgbClr val="D5D5D5"/>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sz="2800" dirty="0">
                <a:latin typeface="+mn-ea"/>
              </a:endParaRPr>
            </a:p>
          </p:txBody>
        </p:sp>
        <p:cxnSp>
          <p:nvCxnSpPr>
            <p:cNvPr id="23" name="MH_Other_13"/>
            <p:cNvCxnSpPr/>
            <p:nvPr>
              <p:custDataLst>
                <p:tags r:id="rId17"/>
              </p:custDataLst>
            </p:nvPr>
          </p:nvCxnSpPr>
          <p:spPr>
            <a:xfrm>
              <a:off x="5701225" y="2546063"/>
              <a:ext cx="825918" cy="0"/>
            </a:xfrm>
            <a:prstGeom prst="line">
              <a:avLst/>
            </a:prstGeom>
            <a:ln w="25400">
              <a:solidFill>
                <a:srgbClr val="D5D5D5"/>
              </a:solidFill>
              <a:headEnd type="none"/>
            </a:ln>
          </p:spPr>
          <p:style>
            <a:lnRef idx="1">
              <a:schemeClr val="accent1"/>
            </a:lnRef>
            <a:fillRef idx="0">
              <a:schemeClr val="accent1"/>
            </a:fillRef>
            <a:effectRef idx="0">
              <a:schemeClr val="accent1"/>
            </a:effectRef>
            <a:fontRef idx="minor">
              <a:schemeClr val="tx1"/>
            </a:fontRef>
          </p:style>
        </p:cxnSp>
      </p:grpSp>
      <p:sp>
        <p:nvSpPr>
          <p:cNvPr id="13" name="TextBox 96"/>
          <p:cNvSpPr txBox="1"/>
          <p:nvPr/>
        </p:nvSpPr>
        <p:spPr>
          <a:xfrm>
            <a:off x="1220387" y="3609371"/>
            <a:ext cx="2058804" cy="523220"/>
          </a:xfrm>
          <a:prstGeom prst="rect">
            <a:avLst/>
          </a:prstGeom>
          <a:noFill/>
        </p:spPr>
        <p:txBody>
          <a:bodyPr wrap="square" rtlCol="0">
            <a:spAutoFit/>
          </a:bodyPr>
          <a:lstStyle/>
          <a:p>
            <a:pPr algn="ctr"/>
            <a:r>
              <a:rPr lang="zh-CN" altLang="en-US" sz="2800" b="1" dirty="0">
                <a:solidFill>
                  <a:schemeClr val="tx2"/>
                </a:solidFill>
                <a:latin typeface="+mn-ea"/>
              </a:rPr>
              <a:t>标题</a:t>
            </a:r>
            <a:r>
              <a:rPr lang="en-US" altLang="zh-CN" sz="2800" b="1" dirty="0">
                <a:solidFill>
                  <a:schemeClr val="tx2"/>
                </a:solidFill>
                <a:latin typeface="+mn-ea"/>
              </a:rPr>
              <a:t>1</a:t>
            </a:r>
            <a:endParaRPr lang="zh-CN" altLang="en-US" sz="2800" b="1" dirty="0">
              <a:solidFill>
                <a:schemeClr val="tx2"/>
              </a:solidFill>
              <a:latin typeface="+mn-ea"/>
            </a:endParaRPr>
          </a:p>
        </p:txBody>
      </p:sp>
      <p:sp>
        <p:nvSpPr>
          <p:cNvPr id="14" name="TextBox 98"/>
          <p:cNvSpPr txBox="1"/>
          <p:nvPr/>
        </p:nvSpPr>
        <p:spPr>
          <a:xfrm>
            <a:off x="3510592" y="3609370"/>
            <a:ext cx="2615986" cy="523220"/>
          </a:xfrm>
          <a:prstGeom prst="rect">
            <a:avLst/>
          </a:prstGeom>
          <a:noFill/>
        </p:spPr>
        <p:txBody>
          <a:bodyPr wrap="square" rtlCol="0">
            <a:spAutoFit/>
          </a:bodyPr>
          <a:lstStyle>
            <a:defPPr>
              <a:defRPr lang="zh-CN"/>
            </a:defPPr>
            <a:lvl1pPr>
              <a:defRPr sz="1600" b="1">
                <a:solidFill>
                  <a:srgbClr val="EE974A"/>
                </a:solidFill>
                <a:latin typeface="微软雅黑" panose="020B0503020204020204" pitchFamily="34" charset="-122"/>
                <a:ea typeface="微软雅黑" panose="020B0503020204020204" pitchFamily="34" charset="-122"/>
              </a:defRPr>
            </a:lvl1pPr>
          </a:lstStyle>
          <a:p>
            <a:pPr algn="ctr"/>
            <a:r>
              <a:rPr lang="zh-CN" altLang="en-US" sz="2800" dirty="0">
                <a:solidFill>
                  <a:schemeClr val="accent1"/>
                </a:solidFill>
                <a:latin typeface="+mn-ea"/>
                <a:ea typeface="+mn-ea"/>
              </a:rPr>
              <a:t>标题</a:t>
            </a:r>
            <a:r>
              <a:rPr lang="en-US" altLang="zh-CN" sz="2800" dirty="0">
                <a:solidFill>
                  <a:schemeClr val="accent1"/>
                </a:solidFill>
                <a:latin typeface="+mn-ea"/>
                <a:ea typeface="+mn-ea"/>
              </a:rPr>
              <a:t>2</a:t>
            </a:r>
            <a:endParaRPr lang="en-US" altLang="zh-CN" sz="2800" dirty="0">
              <a:solidFill>
                <a:schemeClr val="accent1"/>
              </a:solidFill>
              <a:latin typeface="+mn-ea"/>
              <a:ea typeface="+mn-ea"/>
            </a:endParaRPr>
          </a:p>
        </p:txBody>
      </p:sp>
      <p:sp>
        <p:nvSpPr>
          <p:cNvPr id="15" name="TextBox 100"/>
          <p:cNvSpPr txBox="1"/>
          <p:nvPr/>
        </p:nvSpPr>
        <p:spPr>
          <a:xfrm>
            <a:off x="6379869" y="3609370"/>
            <a:ext cx="1986279" cy="523220"/>
          </a:xfrm>
          <a:prstGeom prst="rect">
            <a:avLst/>
          </a:prstGeom>
          <a:noFill/>
        </p:spPr>
        <p:txBody>
          <a:bodyPr wrap="square" rtlCol="0">
            <a:spAutoFit/>
          </a:bodyPr>
          <a:lstStyle>
            <a:defPPr>
              <a:defRPr lang="zh-CN"/>
            </a:defPPr>
            <a:lvl1pPr>
              <a:defRPr sz="1600" b="1">
                <a:solidFill>
                  <a:srgbClr val="EE974A"/>
                </a:solidFill>
                <a:latin typeface="微软雅黑" panose="020B0503020204020204" pitchFamily="34" charset="-122"/>
                <a:ea typeface="微软雅黑" panose="020B0503020204020204" pitchFamily="34" charset="-122"/>
              </a:defRPr>
            </a:lvl1pPr>
          </a:lstStyle>
          <a:p>
            <a:pPr algn="ctr"/>
            <a:r>
              <a:rPr lang="zh-CN" altLang="en-US" sz="2800" dirty="0">
                <a:solidFill>
                  <a:schemeClr val="accent2"/>
                </a:solidFill>
                <a:latin typeface="+mn-ea"/>
                <a:ea typeface="+mn-ea"/>
              </a:rPr>
              <a:t>标题</a:t>
            </a:r>
            <a:r>
              <a:rPr lang="en-US" altLang="zh-CN" sz="2800" dirty="0">
                <a:solidFill>
                  <a:schemeClr val="accent2"/>
                </a:solidFill>
                <a:latin typeface="+mn-ea"/>
                <a:ea typeface="+mn-ea"/>
              </a:rPr>
              <a:t>3</a:t>
            </a:r>
            <a:endParaRPr lang="en-US" altLang="zh-CN" sz="2800" dirty="0">
              <a:solidFill>
                <a:schemeClr val="accent2"/>
              </a:solidFill>
              <a:latin typeface="+mn-ea"/>
              <a:ea typeface="+mn-ea"/>
            </a:endParaRPr>
          </a:p>
        </p:txBody>
      </p:sp>
      <p:sp>
        <p:nvSpPr>
          <p:cNvPr id="16" name="TextBox 102"/>
          <p:cNvSpPr txBox="1"/>
          <p:nvPr/>
        </p:nvSpPr>
        <p:spPr>
          <a:xfrm>
            <a:off x="8773249" y="3609370"/>
            <a:ext cx="2577306" cy="523220"/>
          </a:xfrm>
          <a:prstGeom prst="rect">
            <a:avLst/>
          </a:prstGeom>
          <a:noFill/>
        </p:spPr>
        <p:txBody>
          <a:bodyPr wrap="square" rtlCol="0">
            <a:spAutoFit/>
          </a:bodyPr>
          <a:lstStyle>
            <a:defPPr>
              <a:defRPr lang="zh-CN"/>
            </a:defPPr>
            <a:lvl1pPr>
              <a:defRPr sz="1600" b="1">
                <a:solidFill>
                  <a:srgbClr val="EE974A"/>
                </a:solidFill>
                <a:latin typeface="微软雅黑" panose="020B0503020204020204" pitchFamily="34" charset="-122"/>
                <a:ea typeface="微软雅黑" panose="020B0503020204020204" pitchFamily="34" charset="-122"/>
              </a:defRPr>
            </a:lvl1pPr>
          </a:lstStyle>
          <a:p>
            <a:pPr algn="ctr"/>
            <a:r>
              <a:rPr lang="zh-CN" altLang="en-US" sz="2800" dirty="0">
                <a:solidFill>
                  <a:schemeClr val="accent3"/>
                </a:solidFill>
                <a:latin typeface="+mn-ea"/>
                <a:ea typeface="+mn-ea"/>
              </a:rPr>
              <a:t>标题</a:t>
            </a:r>
            <a:r>
              <a:rPr lang="en-US" altLang="zh-CN" sz="2800" dirty="0">
                <a:solidFill>
                  <a:schemeClr val="accent3"/>
                </a:solidFill>
                <a:latin typeface="+mn-ea"/>
                <a:ea typeface="+mn-ea"/>
              </a:rPr>
              <a:t>4</a:t>
            </a:r>
            <a:endParaRPr lang="en-US" altLang="zh-CN" sz="2800" dirty="0">
              <a:solidFill>
                <a:schemeClr val="accent3"/>
              </a:solidFill>
              <a:latin typeface="+mn-ea"/>
              <a:ea typeface="+mn-ea"/>
            </a:endParaRPr>
          </a:p>
        </p:txBody>
      </p:sp>
      <p:sp>
        <p:nvSpPr>
          <p:cNvPr id="17" name="矩形 16"/>
          <p:cNvSpPr/>
          <p:nvPr/>
        </p:nvSpPr>
        <p:spPr>
          <a:xfrm>
            <a:off x="3950893" y="4537968"/>
            <a:ext cx="1858979" cy="1089530"/>
          </a:xfrm>
          <a:prstGeom prst="rect">
            <a:avLst/>
          </a:prstGeom>
        </p:spPr>
        <p:txBody>
          <a:bodyPr wrap="square">
            <a:spAutoFit/>
          </a:bodyPr>
          <a:lstStyle/>
          <a:p>
            <a:pPr algn="just">
              <a:lnSpc>
                <a:spcPct val="120000"/>
              </a:lnSpc>
            </a:pPr>
            <a:r>
              <a:rPr lang="zh-CN" altLang="en-US" dirty="0">
                <a:solidFill>
                  <a:schemeClr val="tx1">
                    <a:lumMod val="75000"/>
                    <a:lumOff val="25000"/>
                  </a:schemeClr>
                </a:solidFill>
                <a:latin typeface="+mn-ea"/>
              </a:rPr>
              <a:t>请在此输入文字说明请在此输入文字说明请在此</a:t>
            </a:r>
            <a:endParaRPr lang="zh-CN" altLang="en-US" dirty="0">
              <a:solidFill>
                <a:schemeClr val="tx1">
                  <a:lumMod val="75000"/>
                  <a:lumOff val="25000"/>
                </a:schemeClr>
              </a:solidFill>
              <a:latin typeface="+mn-ea"/>
            </a:endParaRPr>
          </a:p>
        </p:txBody>
      </p:sp>
      <p:sp>
        <p:nvSpPr>
          <p:cNvPr id="18" name="矩形 17"/>
          <p:cNvSpPr/>
          <p:nvPr/>
        </p:nvSpPr>
        <p:spPr>
          <a:xfrm>
            <a:off x="9080753" y="4537966"/>
            <a:ext cx="1858979" cy="1089530"/>
          </a:xfrm>
          <a:prstGeom prst="rect">
            <a:avLst/>
          </a:prstGeom>
        </p:spPr>
        <p:txBody>
          <a:bodyPr wrap="square">
            <a:spAutoFit/>
          </a:bodyPr>
          <a:lstStyle/>
          <a:p>
            <a:pPr algn="just">
              <a:lnSpc>
                <a:spcPct val="120000"/>
              </a:lnSpc>
            </a:pPr>
            <a:r>
              <a:rPr lang="zh-CN" altLang="en-US" dirty="0">
                <a:solidFill>
                  <a:schemeClr val="tx1">
                    <a:lumMod val="75000"/>
                    <a:lumOff val="25000"/>
                  </a:schemeClr>
                </a:solidFill>
                <a:latin typeface="+mn-ea"/>
              </a:rPr>
              <a:t>请在此输入文字说明请在此输入文字说明请在此</a:t>
            </a:r>
            <a:endParaRPr lang="zh-CN" altLang="en-US" dirty="0">
              <a:solidFill>
                <a:schemeClr val="tx1">
                  <a:lumMod val="75000"/>
                  <a:lumOff val="25000"/>
                </a:schemeClr>
              </a:solidFill>
              <a:latin typeface="+mn-ea"/>
            </a:endParaRPr>
          </a:p>
        </p:txBody>
      </p:sp>
      <p:sp>
        <p:nvSpPr>
          <p:cNvPr id="19" name="矩形 18"/>
          <p:cNvSpPr/>
          <p:nvPr/>
        </p:nvSpPr>
        <p:spPr>
          <a:xfrm>
            <a:off x="6511551" y="4537966"/>
            <a:ext cx="1858979" cy="1089530"/>
          </a:xfrm>
          <a:prstGeom prst="rect">
            <a:avLst/>
          </a:prstGeom>
        </p:spPr>
        <p:txBody>
          <a:bodyPr wrap="square">
            <a:spAutoFit/>
          </a:bodyPr>
          <a:lstStyle/>
          <a:p>
            <a:pPr algn="just">
              <a:lnSpc>
                <a:spcPct val="120000"/>
              </a:lnSpc>
            </a:pPr>
            <a:r>
              <a:rPr lang="zh-CN" altLang="en-US" dirty="0">
                <a:solidFill>
                  <a:schemeClr val="tx1">
                    <a:lumMod val="75000"/>
                    <a:lumOff val="25000"/>
                  </a:schemeClr>
                </a:solidFill>
                <a:latin typeface="+mn-ea"/>
              </a:rPr>
              <a:t>请在此输入文字说明请在此输入文字说明请在此</a:t>
            </a:r>
            <a:endParaRPr lang="zh-CN" altLang="en-US" dirty="0">
              <a:solidFill>
                <a:schemeClr val="tx1">
                  <a:lumMod val="75000"/>
                  <a:lumOff val="25000"/>
                </a:schemeClr>
              </a:solidFill>
              <a:latin typeface="+mn-ea"/>
            </a:endParaRPr>
          </a:p>
        </p:txBody>
      </p:sp>
      <p:sp>
        <p:nvSpPr>
          <p:cNvPr id="20" name="矩形 19"/>
          <p:cNvSpPr/>
          <p:nvPr/>
        </p:nvSpPr>
        <p:spPr>
          <a:xfrm>
            <a:off x="1388332" y="4537968"/>
            <a:ext cx="1858979" cy="1089529"/>
          </a:xfrm>
          <a:prstGeom prst="rect">
            <a:avLst/>
          </a:prstGeom>
        </p:spPr>
        <p:txBody>
          <a:bodyPr wrap="square">
            <a:spAutoFit/>
          </a:bodyPr>
          <a:lstStyle/>
          <a:p>
            <a:pPr algn="just">
              <a:lnSpc>
                <a:spcPct val="120000"/>
              </a:lnSpc>
            </a:pPr>
            <a:r>
              <a:rPr lang="zh-CN" altLang="en-US" dirty="0">
                <a:solidFill>
                  <a:schemeClr val="tx1">
                    <a:lumMod val="75000"/>
                    <a:lumOff val="25000"/>
                  </a:schemeClr>
                </a:solidFill>
                <a:latin typeface="+mn-ea"/>
              </a:rPr>
              <a:t>请在此输入文字说明请在此输入文字说明请在此</a:t>
            </a:r>
            <a:endParaRPr lang="zh-CN" altLang="en-US" dirty="0">
              <a:solidFill>
                <a:schemeClr val="tx1">
                  <a:lumMod val="75000"/>
                  <a:lumOff val="25000"/>
                </a:schemeClr>
              </a:solidFill>
              <a:latin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rot="5400000">
            <a:off x="4982134" y="-2159449"/>
            <a:ext cx="2115814" cy="11803651"/>
            <a:chOff x="5539615" y="157350"/>
            <a:chExt cx="1165171" cy="6500230"/>
          </a:xfrm>
          <a:solidFill>
            <a:schemeClr val="bg1">
              <a:lumMod val="85000"/>
            </a:schemeClr>
          </a:solidFill>
        </p:grpSpPr>
        <p:cxnSp>
          <p:nvCxnSpPr>
            <p:cNvPr id="41" name="Straight Connector 18"/>
            <p:cNvCxnSpPr/>
            <p:nvPr/>
          </p:nvCxnSpPr>
          <p:spPr>
            <a:xfrm rot="16200000" flipH="1">
              <a:off x="5573589" y="704545"/>
              <a:ext cx="1094389" cy="0"/>
            </a:xfrm>
            <a:prstGeom prst="line">
              <a:avLst/>
            </a:prstGeom>
            <a:grpFill/>
            <a:ln w="3175">
              <a:solidFill>
                <a:schemeClr val="tx1">
                  <a:lumMod val="50000"/>
                  <a:lumOff val="50000"/>
                </a:schemeClr>
              </a:solidFill>
              <a:prstDash val="dot"/>
              <a:headEnd type="none"/>
            </a:ln>
          </p:spPr>
          <p:style>
            <a:lnRef idx="1">
              <a:schemeClr val="accent1"/>
            </a:lnRef>
            <a:fillRef idx="0">
              <a:schemeClr val="accent1"/>
            </a:fillRef>
            <a:effectRef idx="0">
              <a:schemeClr val="accent1"/>
            </a:effectRef>
            <a:fontRef idx="minor">
              <a:schemeClr val="tx1"/>
            </a:fontRef>
          </p:style>
        </p:cxnSp>
        <p:sp>
          <p:nvSpPr>
            <p:cNvPr id="42" name="Oval 22"/>
            <p:cNvSpPr/>
            <p:nvPr/>
          </p:nvSpPr>
          <p:spPr>
            <a:xfrm>
              <a:off x="6064237" y="1278252"/>
              <a:ext cx="113093" cy="113122"/>
            </a:xfrm>
            <a:prstGeom prst="ellipse">
              <a:avLst/>
            </a:pr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91422" tIns="45711" rIns="91422" bIns="45711" rtlCol="0" anchor="ctr"/>
            <a:lstStyle/>
            <a:p>
              <a:pPr algn="ctr"/>
              <a:endParaRPr lang="id-ID" sz="900">
                <a:solidFill>
                  <a:schemeClr val="tx2">
                    <a:lumMod val="75000"/>
                  </a:schemeClr>
                </a:solidFill>
                <a:latin typeface="+mn-ea"/>
                <a:sym typeface="Arial" panose="020B0604020202090204"/>
              </a:endParaRPr>
            </a:p>
          </p:txBody>
        </p:sp>
        <p:cxnSp>
          <p:nvCxnSpPr>
            <p:cNvPr id="43" name="Straight Connector 23"/>
            <p:cNvCxnSpPr/>
            <p:nvPr/>
          </p:nvCxnSpPr>
          <p:spPr>
            <a:xfrm>
              <a:off x="5539615" y="1342733"/>
              <a:ext cx="524623" cy="0"/>
            </a:xfrm>
            <a:prstGeom prst="line">
              <a:avLst/>
            </a:prstGeom>
            <a:grpFill/>
            <a:ln w="3175">
              <a:solidFill>
                <a:schemeClr val="tx1">
                  <a:lumMod val="50000"/>
                  <a:lumOff val="50000"/>
                </a:schemeClr>
              </a:solidFill>
              <a:prstDash val="dot"/>
            </a:ln>
          </p:spPr>
          <p:style>
            <a:lnRef idx="1">
              <a:schemeClr val="accent1"/>
            </a:lnRef>
            <a:fillRef idx="0">
              <a:schemeClr val="accent1"/>
            </a:fillRef>
            <a:effectRef idx="0">
              <a:schemeClr val="accent1"/>
            </a:effectRef>
            <a:fontRef idx="minor">
              <a:schemeClr val="tx1"/>
            </a:fontRef>
          </p:style>
        </p:cxnSp>
        <p:cxnSp>
          <p:nvCxnSpPr>
            <p:cNvPr id="44" name="Straight Connector 30"/>
            <p:cNvCxnSpPr/>
            <p:nvPr/>
          </p:nvCxnSpPr>
          <p:spPr>
            <a:xfrm>
              <a:off x="6120783" y="1389189"/>
              <a:ext cx="0" cy="1249175"/>
            </a:xfrm>
            <a:prstGeom prst="line">
              <a:avLst/>
            </a:prstGeom>
            <a:grpFill/>
            <a:ln w="3175">
              <a:solidFill>
                <a:schemeClr val="tx1">
                  <a:lumMod val="50000"/>
                  <a:lumOff val="50000"/>
                </a:schemeClr>
              </a:solidFill>
              <a:prstDash val="dot"/>
              <a:headEnd type="none"/>
            </a:ln>
          </p:spPr>
          <p:style>
            <a:lnRef idx="1">
              <a:schemeClr val="accent1"/>
            </a:lnRef>
            <a:fillRef idx="0">
              <a:schemeClr val="accent1"/>
            </a:fillRef>
            <a:effectRef idx="0">
              <a:schemeClr val="accent1"/>
            </a:effectRef>
            <a:fontRef idx="minor">
              <a:schemeClr val="tx1"/>
            </a:fontRef>
          </p:style>
        </p:cxnSp>
        <p:sp>
          <p:nvSpPr>
            <p:cNvPr id="45" name="Oval 31"/>
            <p:cNvSpPr/>
            <p:nvPr/>
          </p:nvSpPr>
          <p:spPr>
            <a:xfrm>
              <a:off x="6064237" y="2670344"/>
              <a:ext cx="113093" cy="113122"/>
            </a:xfrm>
            <a:prstGeom prst="ellipse">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91422" tIns="45711" rIns="91422" bIns="45711" rtlCol="0" anchor="ctr"/>
            <a:lstStyle/>
            <a:p>
              <a:pPr algn="ctr"/>
              <a:endParaRPr lang="id-ID" sz="900">
                <a:solidFill>
                  <a:schemeClr val="tx2">
                    <a:lumMod val="75000"/>
                  </a:schemeClr>
                </a:solidFill>
                <a:latin typeface="+mn-ea"/>
                <a:sym typeface="Arial" panose="020B0604020202090204"/>
              </a:endParaRPr>
            </a:p>
          </p:txBody>
        </p:sp>
        <p:cxnSp>
          <p:nvCxnSpPr>
            <p:cNvPr id="46" name="Straight Connector 32"/>
            <p:cNvCxnSpPr/>
            <p:nvPr/>
          </p:nvCxnSpPr>
          <p:spPr>
            <a:xfrm>
              <a:off x="6177329" y="2729358"/>
              <a:ext cx="524623" cy="0"/>
            </a:xfrm>
            <a:prstGeom prst="line">
              <a:avLst/>
            </a:prstGeom>
            <a:grpFill/>
            <a:ln w="3175">
              <a:solidFill>
                <a:schemeClr val="tx1">
                  <a:lumMod val="50000"/>
                  <a:lumOff val="50000"/>
                </a:schemeClr>
              </a:solidFill>
              <a:prstDash val="dot"/>
            </a:ln>
          </p:spPr>
          <p:style>
            <a:lnRef idx="1">
              <a:schemeClr val="accent1"/>
            </a:lnRef>
            <a:fillRef idx="0">
              <a:schemeClr val="accent1"/>
            </a:fillRef>
            <a:effectRef idx="0">
              <a:schemeClr val="accent1"/>
            </a:effectRef>
            <a:fontRef idx="minor">
              <a:schemeClr val="tx1"/>
            </a:fontRef>
          </p:style>
        </p:cxnSp>
        <p:cxnSp>
          <p:nvCxnSpPr>
            <p:cNvPr id="47" name="Straight Connector 54"/>
            <p:cNvCxnSpPr/>
            <p:nvPr/>
          </p:nvCxnSpPr>
          <p:spPr>
            <a:xfrm>
              <a:off x="6123616" y="2785600"/>
              <a:ext cx="0" cy="1249175"/>
            </a:xfrm>
            <a:prstGeom prst="line">
              <a:avLst/>
            </a:prstGeom>
            <a:grpFill/>
            <a:ln w="3175">
              <a:solidFill>
                <a:schemeClr val="tx1">
                  <a:lumMod val="50000"/>
                  <a:lumOff val="50000"/>
                </a:schemeClr>
              </a:solidFill>
              <a:prstDash val="dot"/>
              <a:headEnd type="none"/>
            </a:ln>
          </p:spPr>
          <p:style>
            <a:lnRef idx="1">
              <a:schemeClr val="accent1"/>
            </a:lnRef>
            <a:fillRef idx="0">
              <a:schemeClr val="accent1"/>
            </a:fillRef>
            <a:effectRef idx="0">
              <a:schemeClr val="accent1"/>
            </a:effectRef>
            <a:fontRef idx="minor">
              <a:schemeClr val="tx1"/>
            </a:fontRef>
          </p:style>
        </p:cxnSp>
        <p:sp>
          <p:nvSpPr>
            <p:cNvPr id="48" name="Oval 60"/>
            <p:cNvSpPr/>
            <p:nvPr/>
          </p:nvSpPr>
          <p:spPr>
            <a:xfrm>
              <a:off x="6067070" y="4066755"/>
              <a:ext cx="113093" cy="113122"/>
            </a:xfrm>
            <a:prstGeom prst="ellipse">
              <a:avLst/>
            </a:pr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91422" tIns="45711" rIns="91422" bIns="45711" rtlCol="0" anchor="ctr"/>
            <a:lstStyle/>
            <a:p>
              <a:pPr algn="ctr"/>
              <a:endParaRPr lang="id-ID" sz="900">
                <a:solidFill>
                  <a:schemeClr val="tx2">
                    <a:lumMod val="75000"/>
                  </a:schemeClr>
                </a:solidFill>
                <a:latin typeface="+mn-ea"/>
                <a:sym typeface="Arial" panose="020B0604020202090204"/>
              </a:endParaRPr>
            </a:p>
          </p:txBody>
        </p:sp>
        <p:cxnSp>
          <p:nvCxnSpPr>
            <p:cNvPr id="49" name="Straight Connector 61"/>
            <p:cNvCxnSpPr/>
            <p:nvPr/>
          </p:nvCxnSpPr>
          <p:spPr>
            <a:xfrm>
              <a:off x="5542448" y="4125769"/>
              <a:ext cx="524623" cy="0"/>
            </a:xfrm>
            <a:prstGeom prst="line">
              <a:avLst/>
            </a:prstGeom>
            <a:grpFill/>
            <a:ln w="3175">
              <a:solidFill>
                <a:schemeClr val="tx1">
                  <a:lumMod val="50000"/>
                  <a:lumOff val="50000"/>
                </a:schemeClr>
              </a:solidFill>
              <a:prstDash val="dot"/>
            </a:ln>
          </p:spPr>
          <p:style>
            <a:lnRef idx="1">
              <a:schemeClr val="accent1"/>
            </a:lnRef>
            <a:fillRef idx="0">
              <a:schemeClr val="accent1"/>
            </a:fillRef>
            <a:effectRef idx="0">
              <a:schemeClr val="accent1"/>
            </a:effectRef>
            <a:fontRef idx="minor">
              <a:schemeClr val="tx1"/>
            </a:fontRef>
          </p:style>
        </p:cxnSp>
        <p:cxnSp>
          <p:nvCxnSpPr>
            <p:cNvPr id="50" name="Straight Connector 68"/>
            <p:cNvCxnSpPr/>
            <p:nvPr/>
          </p:nvCxnSpPr>
          <p:spPr>
            <a:xfrm>
              <a:off x="6123616" y="4172225"/>
              <a:ext cx="0" cy="1249175"/>
            </a:xfrm>
            <a:prstGeom prst="line">
              <a:avLst/>
            </a:prstGeom>
            <a:grpFill/>
            <a:ln w="3175">
              <a:solidFill>
                <a:schemeClr val="tx1">
                  <a:lumMod val="50000"/>
                  <a:lumOff val="50000"/>
                </a:schemeClr>
              </a:solidFill>
              <a:prstDash val="dot"/>
              <a:headEnd type="none"/>
            </a:ln>
          </p:spPr>
          <p:style>
            <a:lnRef idx="1">
              <a:schemeClr val="accent1"/>
            </a:lnRef>
            <a:fillRef idx="0">
              <a:schemeClr val="accent1"/>
            </a:fillRef>
            <a:effectRef idx="0">
              <a:schemeClr val="accent1"/>
            </a:effectRef>
            <a:fontRef idx="minor">
              <a:schemeClr val="tx1"/>
            </a:fontRef>
          </p:style>
        </p:cxnSp>
        <p:sp>
          <p:nvSpPr>
            <p:cNvPr id="51" name="Oval 69"/>
            <p:cNvSpPr/>
            <p:nvPr/>
          </p:nvSpPr>
          <p:spPr>
            <a:xfrm>
              <a:off x="6067070" y="5453380"/>
              <a:ext cx="113093" cy="113122"/>
            </a:xfrm>
            <a:prstGeom prst="ellipse">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91422" tIns="45711" rIns="91422" bIns="45711" rtlCol="0" anchor="ctr"/>
            <a:lstStyle/>
            <a:p>
              <a:pPr algn="ctr"/>
              <a:endParaRPr lang="id-ID" sz="900">
                <a:solidFill>
                  <a:schemeClr val="tx2">
                    <a:lumMod val="75000"/>
                  </a:schemeClr>
                </a:solidFill>
                <a:latin typeface="+mn-ea"/>
                <a:sym typeface="Arial" panose="020B0604020202090204"/>
              </a:endParaRPr>
            </a:p>
          </p:txBody>
        </p:sp>
        <p:cxnSp>
          <p:nvCxnSpPr>
            <p:cNvPr id="52" name="Straight Connector 70"/>
            <p:cNvCxnSpPr/>
            <p:nvPr/>
          </p:nvCxnSpPr>
          <p:spPr>
            <a:xfrm>
              <a:off x="6180163" y="5512394"/>
              <a:ext cx="524623" cy="0"/>
            </a:xfrm>
            <a:prstGeom prst="line">
              <a:avLst/>
            </a:prstGeom>
            <a:grpFill/>
            <a:ln w="3175">
              <a:solidFill>
                <a:schemeClr val="tx1">
                  <a:lumMod val="50000"/>
                  <a:lumOff val="50000"/>
                </a:schemeClr>
              </a:solidFill>
              <a:prstDash val="dot"/>
            </a:ln>
          </p:spPr>
          <p:style>
            <a:lnRef idx="1">
              <a:schemeClr val="accent1"/>
            </a:lnRef>
            <a:fillRef idx="0">
              <a:schemeClr val="accent1"/>
            </a:fillRef>
            <a:effectRef idx="0">
              <a:schemeClr val="accent1"/>
            </a:effectRef>
            <a:fontRef idx="minor">
              <a:schemeClr val="tx1"/>
            </a:fontRef>
          </p:style>
        </p:cxnSp>
        <p:cxnSp>
          <p:nvCxnSpPr>
            <p:cNvPr id="53" name="Straight Connector 81"/>
            <p:cNvCxnSpPr/>
            <p:nvPr/>
          </p:nvCxnSpPr>
          <p:spPr>
            <a:xfrm rot="16200000" flipH="1">
              <a:off x="5581789" y="6118586"/>
              <a:ext cx="1077988" cy="0"/>
            </a:xfrm>
            <a:prstGeom prst="line">
              <a:avLst/>
            </a:prstGeom>
            <a:grpFill/>
            <a:ln w="3175">
              <a:solidFill>
                <a:schemeClr val="tx1">
                  <a:lumMod val="50000"/>
                  <a:lumOff val="50000"/>
                </a:schemeClr>
              </a:solidFill>
              <a:prstDash val="dot"/>
              <a:headEnd type="none"/>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a:off x="1133964" y="1669773"/>
            <a:ext cx="2236510" cy="1772456"/>
            <a:chOff x="1403065" y="1808131"/>
            <a:chExt cx="2145860" cy="1700616"/>
          </a:xfrm>
        </p:grpSpPr>
        <p:sp>
          <p:nvSpPr>
            <p:cNvPr id="55" name="TextBox 23"/>
            <p:cNvSpPr txBox="1"/>
            <p:nvPr/>
          </p:nvSpPr>
          <p:spPr>
            <a:xfrm>
              <a:off x="1461770" y="2171460"/>
              <a:ext cx="2028825" cy="1337287"/>
            </a:xfrm>
            <a:prstGeom prst="rect">
              <a:avLst/>
            </a:prstGeom>
            <a:noFill/>
          </p:spPr>
          <p:txBody>
            <a:bodyPr wrap="square" rtlCol="0">
              <a:spAutoFit/>
            </a:bodyPr>
            <a:lstStyle/>
            <a:p>
              <a:pPr algn="just">
                <a:lnSpc>
                  <a:spcPct val="120000"/>
                </a:lnSpc>
              </a:pPr>
              <a:r>
                <a:rPr lang="zh-CN" altLang="en-US" dirty="0">
                  <a:solidFill>
                    <a:schemeClr val="tx1">
                      <a:lumMod val="75000"/>
                      <a:lumOff val="25000"/>
                    </a:schemeClr>
                  </a:solidFill>
                  <a:latin typeface="+mn-ea"/>
                  <a:cs typeface="+mn-ea"/>
                  <a:sym typeface="+mn-lt"/>
                </a:rPr>
                <a:t>请在此输入文字说明请在此输入文字说明请在此输入文字说明请在此输入</a:t>
              </a:r>
              <a:endParaRPr lang="zh-CN" altLang="en-US" dirty="0">
                <a:solidFill>
                  <a:schemeClr val="tx1">
                    <a:lumMod val="75000"/>
                    <a:lumOff val="25000"/>
                  </a:schemeClr>
                </a:solidFill>
                <a:latin typeface="+mn-ea"/>
                <a:cs typeface="+mn-ea"/>
                <a:sym typeface="+mn-lt"/>
              </a:endParaRPr>
            </a:p>
          </p:txBody>
        </p:sp>
        <p:sp>
          <p:nvSpPr>
            <p:cNvPr id="56" name="TextBox 24"/>
            <p:cNvSpPr txBox="1"/>
            <p:nvPr/>
          </p:nvSpPr>
          <p:spPr>
            <a:xfrm>
              <a:off x="1403065" y="1808131"/>
              <a:ext cx="2145860" cy="383893"/>
            </a:xfrm>
            <a:prstGeom prst="rect">
              <a:avLst/>
            </a:prstGeom>
            <a:noFill/>
          </p:spPr>
          <p:txBody>
            <a:bodyPr wrap="none" rtlCol="0">
              <a:spAutoFit/>
            </a:bodyPr>
            <a:lstStyle/>
            <a:p>
              <a:pPr algn="ctr"/>
              <a:r>
                <a:rPr lang="zh-CN" altLang="en-US" sz="2000" b="1" dirty="0">
                  <a:solidFill>
                    <a:schemeClr val="tx1">
                      <a:lumMod val="75000"/>
                      <a:lumOff val="25000"/>
                    </a:schemeClr>
                  </a:solidFill>
                  <a:latin typeface="+mn-ea"/>
                  <a:sym typeface="+mn-ea"/>
                </a:rPr>
                <a:t>点击此处输入标题</a:t>
              </a:r>
              <a:endParaRPr lang="zh-CN" altLang="en-US" sz="2000" b="1" dirty="0">
                <a:solidFill>
                  <a:schemeClr val="tx1">
                    <a:lumMod val="75000"/>
                    <a:lumOff val="25000"/>
                  </a:schemeClr>
                </a:solidFill>
                <a:latin typeface="+mn-ea"/>
                <a:sym typeface="+mn-ea"/>
              </a:endParaRPr>
            </a:p>
          </p:txBody>
        </p:sp>
      </p:grpSp>
      <p:grpSp>
        <p:nvGrpSpPr>
          <p:cNvPr id="57" name="组合 56"/>
          <p:cNvGrpSpPr/>
          <p:nvPr/>
        </p:nvGrpSpPr>
        <p:grpSpPr>
          <a:xfrm>
            <a:off x="6171862" y="1669775"/>
            <a:ext cx="2236510" cy="1772456"/>
            <a:chOff x="1403065" y="1808131"/>
            <a:chExt cx="2145860" cy="1700615"/>
          </a:xfrm>
        </p:grpSpPr>
        <p:sp>
          <p:nvSpPr>
            <p:cNvPr id="58" name="TextBox 23"/>
            <p:cNvSpPr txBox="1"/>
            <p:nvPr/>
          </p:nvSpPr>
          <p:spPr>
            <a:xfrm>
              <a:off x="1461770" y="2171460"/>
              <a:ext cx="2028825" cy="1337286"/>
            </a:xfrm>
            <a:prstGeom prst="rect">
              <a:avLst/>
            </a:prstGeom>
            <a:noFill/>
          </p:spPr>
          <p:txBody>
            <a:bodyPr wrap="square" rtlCol="0">
              <a:spAutoFit/>
            </a:bodyPr>
            <a:lstStyle>
              <a:defPPr>
                <a:defRPr lang="zh-CN"/>
              </a:defPPr>
              <a:lvl1pPr algn="just">
                <a:lnSpc>
                  <a:spcPct val="120000"/>
                </a:lnSpc>
                <a:defRPr>
                  <a:solidFill>
                    <a:schemeClr val="tx1">
                      <a:lumMod val="75000"/>
                      <a:lumOff val="25000"/>
                    </a:schemeClr>
                  </a:solidFill>
                  <a:latin typeface="+mn-ea"/>
                  <a:cs typeface="+mn-ea"/>
                </a:defRPr>
              </a:lvl1pPr>
            </a:lstStyle>
            <a:p>
              <a:r>
                <a:rPr lang="zh-CN" altLang="en-US" dirty="0">
                  <a:sym typeface="+mn-lt"/>
                </a:rPr>
                <a:t>请在此输入文字说明请在此输入文字说明请在此输入文字说明请在此输入</a:t>
              </a:r>
              <a:endParaRPr lang="zh-CN" altLang="en-US" dirty="0">
                <a:sym typeface="+mn-lt"/>
              </a:endParaRPr>
            </a:p>
          </p:txBody>
        </p:sp>
        <p:sp>
          <p:nvSpPr>
            <p:cNvPr id="59" name="TextBox 24"/>
            <p:cNvSpPr txBox="1"/>
            <p:nvPr/>
          </p:nvSpPr>
          <p:spPr>
            <a:xfrm>
              <a:off x="1403065" y="1808131"/>
              <a:ext cx="2145860" cy="383893"/>
            </a:xfrm>
            <a:prstGeom prst="rect">
              <a:avLst/>
            </a:prstGeom>
            <a:noFill/>
          </p:spPr>
          <p:txBody>
            <a:bodyPr wrap="none" rtlCol="0">
              <a:spAutoFit/>
            </a:bodyPr>
            <a:lstStyle>
              <a:defPPr>
                <a:defRPr lang="zh-CN"/>
              </a:defPPr>
              <a:lvl1pPr algn="ctr">
                <a:defRPr sz="2000" b="1">
                  <a:solidFill>
                    <a:schemeClr val="tx1">
                      <a:lumMod val="75000"/>
                      <a:lumOff val="25000"/>
                    </a:schemeClr>
                  </a:solidFill>
                  <a:latin typeface="+mn-ea"/>
                </a:defRPr>
              </a:lvl1pPr>
            </a:lstStyle>
            <a:p>
              <a:r>
                <a:rPr lang="zh-CN" altLang="en-US" dirty="0">
                  <a:sym typeface="+mn-ea"/>
                </a:rPr>
                <a:t>点击此处输入标题</a:t>
              </a:r>
              <a:endParaRPr lang="zh-CN" altLang="en-US" dirty="0">
                <a:sym typeface="+mn-ea"/>
              </a:endParaRPr>
            </a:p>
          </p:txBody>
        </p:sp>
      </p:grpSp>
      <p:grpSp>
        <p:nvGrpSpPr>
          <p:cNvPr id="60" name="组合 59"/>
          <p:cNvGrpSpPr/>
          <p:nvPr/>
        </p:nvGrpSpPr>
        <p:grpSpPr>
          <a:xfrm>
            <a:off x="3617429" y="4037635"/>
            <a:ext cx="2236510" cy="1772456"/>
            <a:chOff x="1403065" y="1808131"/>
            <a:chExt cx="2145860" cy="1700615"/>
          </a:xfrm>
        </p:grpSpPr>
        <p:sp>
          <p:nvSpPr>
            <p:cNvPr id="61" name="TextBox 23"/>
            <p:cNvSpPr txBox="1"/>
            <p:nvPr/>
          </p:nvSpPr>
          <p:spPr>
            <a:xfrm>
              <a:off x="1461770" y="2171460"/>
              <a:ext cx="2028825" cy="1337286"/>
            </a:xfrm>
            <a:prstGeom prst="rect">
              <a:avLst/>
            </a:prstGeom>
            <a:noFill/>
          </p:spPr>
          <p:txBody>
            <a:bodyPr wrap="square" rtlCol="0">
              <a:spAutoFit/>
            </a:bodyPr>
            <a:lstStyle>
              <a:defPPr>
                <a:defRPr lang="zh-CN"/>
              </a:defPPr>
              <a:lvl1pPr algn="just">
                <a:lnSpc>
                  <a:spcPct val="120000"/>
                </a:lnSpc>
                <a:defRPr>
                  <a:solidFill>
                    <a:schemeClr val="tx1">
                      <a:lumMod val="75000"/>
                      <a:lumOff val="25000"/>
                    </a:schemeClr>
                  </a:solidFill>
                  <a:latin typeface="+mn-ea"/>
                  <a:cs typeface="+mn-ea"/>
                </a:defRPr>
              </a:lvl1pPr>
            </a:lstStyle>
            <a:p>
              <a:r>
                <a:rPr lang="zh-CN" altLang="en-US" dirty="0">
                  <a:sym typeface="+mn-lt"/>
                </a:rPr>
                <a:t>请在此输入文字说明请在此输入文字说明请在此输入文字说明请在此输入</a:t>
              </a:r>
              <a:endParaRPr lang="zh-CN" altLang="en-US" dirty="0">
                <a:sym typeface="+mn-lt"/>
              </a:endParaRPr>
            </a:p>
          </p:txBody>
        </p:sp>
        <p:sp>
          <p:nvSpPr>
            <p:cNvPr id="62" name="TextBox 24"/>
            <p:cNvSpPr txBox="1"/>
            <p:nvPr/>
          </p:nvSpPr>
          <p:spPr>
            <a:xfrm>
              <a:off x="1403065" y="1808131"/>
              <a:ext cx="2145860" cy="383893"/>
            </a:xfrm>
            <a:prstGeom prst="rect">
              <a:avLst/>
            </a:prstGeom>
            <a:noFill/>
          </p:spPr>
          <p:txBody>
            <a:bodyPr wrap="none" rtlCol="0">
              <a:spAutoFit/>
            </a:bodyPr>
            <a:lstStyle>
              <a:defPPr>
                <a:defRPr lang="zh-CN"/>
              </a:defPPr>
              <a:lvl1pPr algn="ctr">
                <a:defRPr sz="2000" b="1">
                  <a:solidFill>
                    <a:schemeClr val="tx1">
                      <a:lumMod val="75000"/>
                      <a:lumOff val="25000"/>
                    </a:schemeClr>
                  </a:solidFill>
                  <a:latin typeface="+mn-ea"/>
                </a:defRPr>
              </a:lvl1pPr>
            </a:lstStyle>
            <a:p>
              <a:r>
                <a:rPr lang="zh-CN" altLang="en-US" dirty="0">
                  <a:sym typeface="+mn-ea"/>
                </a:rPr>
                <a:t>点击此处输入标题</a:t>
              </a:r>
              <a:endParaRPr lang="zh-CN" altLang="en-US" dirty="0">
                <a:sym typeface="+mn-ea"/>
              </a:endParaRPr>
            </a:p>
          </p:txBody>
        </p:sp>
      </p:grpSp>
      <p:grpSp>
        <p:nvGrpSpPr>
          <p:cNvPr id="63" name="组合 62"/>
          <p:cNvGrpSpPr/>
          <p:nvPr/>
        </p:nvGrpSpPr>
        <p:grpSpPr>
          <a:xfrm>
            <a:off x="8655327" y="4037635"/>
            <a:ext cx="2236510" cy="1772456"/>
            <a:chOff x="1403065" y="1808131"/>
            <a:chExt cx="2145860" cy="1700615"/>
          </a:xfrm>
        </p:grpSpPr>
        <p:sp>
          <p:nvSpPr>
            <p:cNvPr id="64" name="TextBox 23"/>
            <p:cNvSpPr txBox="1"/>
            <p:nvPr/>
          </p:nvSpPr>
          <p:spPr>
            <a:xfrm>
              <a:off x="1461770" y="2171460"/>
              <a:ext cx="2028825" cy="1337286"/>
            </a:xfrm>
            <a:prstGeom prst="rect">
              <a:avLst/>
            </a:prstGeom>
            <a:noFill/>
          </p:spPr>
          <p:txBody>
            <a:bodyPr wrap="square" rtlCol="0">
              <a:spAutoFit/>
            </a:bodyPr>
            <a:lstStyle>
              <a:defPPr>
                <a:defRPr lang="zh-CN"/>
              </a:defPPr>
              <a:lvl1pPr algn="just">
                <a:lnSpc>
                  <a:spcPct val="120000"/>
                </a:lnSpc>
                <a:defRPr>
                  <a:solidFill>
                    <a:schemeClr val="tx1">
                      <a:lumMod val="75000"/>
                      <a:lumOff val="25000"/>
                    </a:schemeClr>
                  </a:solidFill>
                  <a:latin typeface="+mn-ea"/>
                  <a:cs typeface="+mn-ea"/>
                </a:defRPr>
              </a:lvl1pPr>
            </a:lstStyle>
            <a:p>
              <a:r>
                <a:rPr lang="zh-CN" altLang="en-US" dirty="0">
                  <a:sym typeface="+mn-lt"/>
                </a:rPr>
                <a:t>请在此输入文字说明请在此输入文字说明请在此输入文字说明请在此输入</a:t>
              </a:r>
              <a:endParaRPr lang="zh-CN" altLang="en-US" dirty="0">
                <a:sym typeface="+mn-lt"/>
              </a:endParaRPr>
            </a:p>
          </p:txBody>
        </p:sp>
        <p:sp>
          <p:nvSpPr>
            <p:cNvPr id="65" name="TextBox 24"/>
            <p:cNvSpPr txBox="1"/>
            <p:nvPr/>
          </p:nvSpPr>
          <p:spPr>
            <a:xfrm>
              <a:off x="1403065" y="1808131"/>
              <a:ext cx="2145860" cy="383893"/>
            </a:xfrm>
            <a:prstGeom prst="rect">
              <a:avLst/>
            </a:prstGeom>
            <a:noFill/>
          </p:spPr>
          <p:txBody>
            <a:bodyPr wrap="none" rtlCol="0">
              <a:spAutoFit/>
            </a:bodyPr>
            <a:lstStyle>
              <a:defPPr>
                <a:defRPr lang="zh-CN"/>
              </a:defPPr>
              <a:lvl1pPr algn="ctr">
                <a:defRPr sz="2000" b="1">
                  <a:solidFill>
                    <a:schemeClr val="tx1">
                      <a:lumMod val="75000"/>
                      <a:lumOff val="25000"/>
                    </a:schemeClr>
                  </a:solidFill>
                  <a:latin typeface="+mn-ea"/>
                </a:defRPr>
              </a:lvl1pPr>
            </a:lstStyle>
            <a:p>
              <a:r>
                <a:rPr lang="zh-CN" altLang="en-US" dirty="0">
                  <a:sym typeface="+mn-ea"/>
                </a:rPr>
                <a:t>点击此处输入标题</a:t>
              </a:r>
              <a:endParaRPr lang="zh-CN" altLang="en-US" dirty="0">
                <a:sym typeface="+mn-ea"/>
              </a:endParaRPr>
            </a:p>
          </p:txBody>
        </p:sp>
      </p:grpSp>
      <p:grpSp>
        <p:nvGrpSpPr>
          <p:cNvPr id="66" name="组合 65"/>
          <p:cNvGrpSpPr/>
          <p:nvPr/>
        </p:nvGrpSpPr>
        <p:grpSpPr>
          <a:xfrm>
            <a:off x="6896772" y="4794616"/>
            <a:ext cx="750421" cy="750421"/>
            <a:chOff x="6932295" y="4768215"/>
            <a:chExt cx="720005" cy="720005"/>
          </a:xfrm>
        </p:grpSpPr>
        <p:sp>
          <p:nvSpPr>
            <p:cNvPr id="67" name="椭圆 66"/>
            <p:cNvSpPr/>
            <p:nvPr/>
          </p:nvSpPr>
          <p:spPr>
            <a:xfrm>
              <a:off x="6932295" y="4768215"/>
              <a:ext cx="720005" cy="7200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pic>
          <p:nvPicPr>
            <p:cNvPr id="68" name="图片 6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030900" y="4863828"/>
              <a:ext cx="516954" cy="516954"/>
            </a:xfrm>
            <a:prstGeom prst="rect">
              <a:avLst/>
            </a:prstGeom>
          </p:spPr>
        </p:pic>
      </p:grpSp>
      <p:grpSp>
        <p:nvGrpSpPr>
          <p:cNvPr id="69" name="组合 68"/>
          <p:cNvGrpSpPr/>
          <p:nvPr/>
        </p:nvGrpSpPr>
        <p:grpSpPr>
          <a:xfrm>
            <a:off x="1842414" y="4799910"/>
            <a:ext cx="750421" cy="750421"/>
            <a:chOff x="2082800" y="4773295"/>
            <a:chExt cx="720005" cy="720005"/>
          </a:xfrm>
        </p:grpSpPr>
        <p:sp>
          <p:nvSpPr>
            <p:cNvPr id="70" name="椭圆 69"/>
            <p:cNvSpPr/>
            <p:nvPr/>
          </p:nvSpPr>
          <p:spPr>
            <a:xfrm>
              <a:off x="2082800" y="4773295"/>
              <a:ext cx="720005" cy="7200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pic>
          <p:nvPicPr>
            <p:cNvPr id="71" name="图片 7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77917" y="4863684"/>
              <a:ext cx="516954" cy="516954"/>
            </a:xfrm>
            <a:prstGeom prst="rect">
              <a:avLst/>
            </a:prstGeom>
          </p:spPr>
        </p:pic>
      </p:grpSp>
      <p:grpSp>
        <p:nvGrpSpPr>
          <p:cNvPr id="72" name="组合 71"/>
          <p:cNvGrpSpPr/>
          <p:nvPr/>
        </p:nvGrpSpPr>
        <p:grpSpPr>
          <a:xfrm>
            <a:off x="4361320" y="1970607"/>
            <a:ext cx="750421" cy="750421"/>
            <a:chOff x="4499610" y="2058670"/>
            <a:chExt cx="720005" cy="720005"/>
          </a:xfrm>
        </p:grpSpPr>
        <p:sp>
          <p:nvSpPr>
            <p:cNvPr id="73" name="椭圆 72"/>
            <p:cNvSpPr/>
            <p:nvPr/>
          </p:nvSpPr>
          <p:spPr>
            <a:xfrm>
              <a:off x="4499610" y="2058670"/>
              <a:ext cx="720005" cy="72000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pic>
          <p:nvPicPr>
            <p:cNvPr id="74" name="图片 7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00323" y="2160195"/>
              <a:ext cx="516954" cy="516954"/>
            </a:xfrm>
            <a:prstGeom prst="rect">
              <a:avLst/>
            </a:prstGeom>
          </p:spPr>
        </p:pic>
      </p:grpSp>
      <p:grpSp>
        <p:nvGrpSpPr>
          <p:cNvPr id="75" name="组合 74"/>
          <p:cNvGrpSpPr/>
          <p:nvPr/>
        </p:nvGrpSpPr>
        <p:grpSpPr>
          <a:xfrm>
            <a:off x="9451417" y="1938840"/>
            <a:ext cx="750421" cy="750421"/>
            <a:chOff x="9383395" y="2028190"/>
            <a:chExt cx="720005" cy="720005"/>
          </a:xfrm>
        </p:grpSpPr>
        <p:sp>
          <p:nvSpPr>
            <p:cNvPr id="76" name="椭圆 75"/>
            <p:cNvSpPr/>
            <p:nvPr/>
          </p:nvSpPr>
          <p:spPr>
            <a:xfrm>
              <a:off x="9383395" y="2028190"/>
              <a:ext cx="720005" cy="72000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pic>
          <p:nvPicPr>
            <p:cNvPr id="77" name="图片 7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92330" y="2110199"/>
              <a:ext cx="516954" cy="516954"/>
            </a:xfrm>
            <a:prstGeom prst="rect">
              <a:avLst/>
            </a:prstGeom>
          </p:spPr>
        </p:pic>
      </p:grpSp>
      <p:sp>
        <p:nvSpPr>
          <p:cNvPr id="3" name="文本占位符 2"/>
          <p:cNvSpPr>
            <a:spLocks noGrp="1"/>
          </p:cNvSpPr>
          <p:nvPr>
            <p:ph type="body" sz="quarter" idx="10"/>
          </p:nvPr>
        </p:nvSpPr>
        <p:spPr/>
        <p:txBody>
          <a:bodyPr/>
          <a:lstStyle/>
          <a:p>
            <a:r>
              <a:rPr lang="zh-CN" altLang="en-US" dirty="0"/>
              <a:t>内容页</a:t>
            </a:r>
            <a:r>
              <a:rPr lang="en-US" altLang="zh-CN" dirty="0"/>
              <a:t>-</a:t>
            </a:r>
            <a:r>
              <a:rPr lang="zh-CN" altLang="en-US" dirty="0"/>
              <a:t>样例</a:t>
            </a:r>
            <a:r>
              <a:rPr lang="en-US" altLang="zh-CN" dirty="0"/>
              <a:t>4</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内容页</a:t>
            </a:r>
            <a:r>
              <a:rPr lang="en-US" altLang="zh-CN" dirty="0"/>
              <a:t>-</a:t>
            </a:r>
            <a:r>
              <a:rPr lang="zh-CN" altLang="en-US" dirty="0"/>
              <a:t>样例</a:t>
            </a:r>
            <a:r>
              <a:rPr lang="en-US" altLang="zh-CN" dirty="0"/>
              <a:t>5</a:t>
            </a:r>
            <a:endParaRPr lang="zh-CN" altLang="en-US" dirty="0"/>
          </a:p>
        </p:txBody>
      </p:sp>
      <p:sp>
        <p:nvSpPr>
          <p:cNvPr id="78" name="文本框 77"/>
          <p:cNvSpPr txBox="1"/>
          <p:nvPr/>
        </p:nvSpPr>
        <p:spPr>
          <a:xfrm>
            <a:off x="4287748" y="1298309"/>
            <a:ext cx="3616503" cy="853567"/>
          </a:xfrm>
          <a:prstGeom prst="rect">
            <a:avLst/>
          </a:prstGeom>
          <a:noFill/>
        </p:spPr>
        <p:txBody>
          <a:bodyPr wrap="square" rtlCol="0">
            <a:spAutoFit/>
          </a:bodyPr>
          <a:lstStyle>
            <a:defPPr>
              <a:defRPr lang="zh-CN"/>
            </a:defPPr>
            <a:lvl1pPr algn="ctr">
              <a:spcBef>
                <a:spcPct val="0"/>
              </a:spcBef>
              <a:spcAft>
                <a:spcPts val="600"/>
              </a:spcAft>
              <a:defRPr>
                <a:solidFill>
                  <a:schemeClr val="tx1">
                    <a:lumMod val="75000"/>
                    <a:lumOff val="25000"/>
                  </a:schemeClr>
                </a:solidFill>
                <a:latin typeface="微软雅黑" panose="020B0503020204020204" pitchFamily="34" charset="-122"/>
                <a:ea typeface="微软雅黑" panose="020B0503020204020204" pitchFamily="34" charset="-122"/>
                <a:cs typeface="+mn-ea"/>
              </a:defRPr>
            </a:lvl1pPr>
          </a:lstStyle>
          <a:p>
            <a:pPr>
              <a:lnSpc>
                <a:spcPct val="130000"/>
              </a:lnSpc>
              <a:spcAft>
                <a:spcPts val="0"/>
              </a:spcAft>
            </a:pPr>
            <a:r>
              <a:rPr lang="zh-CN" altLang="en-US" sz="2000" dirty="0">
                <a:latin typeface="+mj-ea"/>
                <a:ea typeface="+mj-ea"/>
              </a:rPr>
              <a:t>请在此输入文字说明</a:t>
            </a:r>
            <a:endParaRPr lang="en-US" altLang="zh-CN" sz="2000" dirty="0">
              <a:latin typeface="+mj-ea"/>
              <a:ea typeface="+mj-ea"/>
            </a:endParaRPr>
          </a:p>
          <a:p>
            <a:pPr>
              <a:lnSpc>
                <a:spcPct val="130000"/>
              </a:lnSpc>
              <a:spcAft>
                <a:spcPts val="0"/>
              </a:spcAft>
            </a:pPr>
            <a:r>
              <a:rPr lang="zh-CN" altLang="en-US" sz="2000" dirty="0">
                <a:latin typeface="+mj-ea"/>
                <a:ea typeface="+mj-ea"/>
              </a:rPr>
              <a:t>请在此输入文字说明</a:t>
            </a:r>
            <a:endParaRPr lang="zh-CN" altLang="en-US" sz="2000" dirty="0">
              <a:latin typeface="+mj-ea"/>
              <a:ea typeface="+mj-ea"/>
            </a:endParaRPr>
          </a:p>
        </p:txBody>
      </p:sp>
      <p:sp>
        <p:nvSpPr>
          <p:cNvPr id="79" name="文本框 14"/>
          <p:cNvSpPr txBox="1"/>
          <p:nvPr/>
        </p:nvSpPr>
        <p:spPr>
          <a:xfrm>
            <a:off x="8075579" y="3228947"/>
            <a:ext cx="2860735" cy="853567"/>
          </a:xfrm>
          <a:prstGeom prst="rect">
            <a:avLst/>
          </a:prstGeom>
          <a:noFill/>
        </p:spPr>
        <p:txBody>
          <a:bodyPr wrap="square" rtlCol="0">
            <a:spAutoFit/>
          </a:bodyPr>
          <a:lstStyle>
            <a:defPPr>
              <a:defRPr lang="zh-CN"/>
            </a:defPPr>
            <a:lvl1pPr algn="ctr">
              <a:spcBef>
                <a:spcPct val="0"/>
              </a:spcBef>
              <a:spcAft>
                <a:spcPts val="600"/>
              </a:spcAft>
              <a:defRPr>
                <a:solidFill>
                  <a:schemeClr val="tx1">
                    <a:lumMod val="75000"/>
                    <a:lumOff val="25000"/>
                  </a:schemeClr>
                </a:solidFill>
                <a:latin typeface="微软雅黑" panose="020B0503020204020204" pitchFamily="34" charset="-122"/>
                <a:ea typeface="微软雅黑" panose="020B0503020204020204" pitchFamily="34" charset="-122"/>
                <a:cs typeface="+mn-ea"/>
              </a:defRPr>
            </a:lvl1pPr>
          </a:lstStyle>
          <a:p>
            <a:pPr>
              <a:lnSpc>
                <a:spcPct val="130000"/>
              </a:lnSpc>
              <a:spcAft>
                <a:spcPts val="0"/>
              </a:spcAft>
            </a:pPr>
            <a:r>
              <a:rPr lang="zh-CN" altLang="en-US" sz="2000" dirty="0">
                <a:latin typeface="+mj-ea"/>
                <a:ea typeface="+mj-ea"/>
              </a:rPr>
              <a:t>请在此输入文字说明</a:t>
            </a:r>
            <a:endParaRPr lang="zh-CN" altLang="en-US" sz="2000" dirty="0">
              <a:latin typeface="+mj-ea"/>
              <a:ea typeface="+mj-ea"/>
            </a:endParaRPr>
          </a:p>
          <a:p>
            <a:pPr>
              <a:lnSpc>
                <a:spcPct val="130000"/>
              </a:lnSpc>
              <a:spcAft>
                <a:spcPts val="0"/>
              </a:spcAft>
            </a:pPr>
            <a:r>
              <a:rPr lang="zh-CN" altLang="en-US" sz="2000" dirty="0">
                <a:latin typeface="+mj-ea"/>
                <a:ea typeface="+mj-ea"/>
              </a:rPr>
              <a:t>请在此输入文字说明</a:t>
            </a:r>
            <a:endParaRPr lang="zh-CN" altLang="en-US" sz="2000" dirty="0">
              <a:latin typeface="+mj-ea"/>
              <a:ea typeface="+mj-ea"/>
            </a:endParaRPr>
          </a:p>
        </p:txBody>
      </p:sp>
      <p:graphicFrame>
        <p:nvGraphicFramePr>
          <p:cNvPr id="80" name="图示 79"/>
          <p:cNvGraphicFramePr/>
          <p:nvPr/>
        </p:nvGraphicFramePr>
        <p:xfrm>
          <a:off x="3425524" y="2251723"/>
          <a:ext cx="5340952" cy="356063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81" name="文本框 14"/>
          <p:cNvSpPr txBox="1"/>
          <p:nvPr/>
        </p:nvSpPr>
        <p:spPr>
          <a:xfrm>
            <a:off x="1142670" y="3228947"/>
            <a:ext cx="2860735" cy="853567"/>
          </a:xfrm>
          <a:prstGeom prst="rect">
            <a:avLst/>
          </a:prstGeom>
          <a:noFill/>
        </p:spPr>
        <p:txBody>
          <a:bodyPr wrap="square" rtlCol="0">
            <a:spAutoFit/>
          </a:bodyPr>
          <a:lstStyle>
            <a:defPPr>
              <a:defRPr lang="zh-CN"/>
            </a:defPPr>
            <a:lvl1pPr algn="ctr">
              <a:spcBef>
                <a:spcPct val="0"/>
              </a:spcBef>
              <a:spcAft>
                <a:spcPts val="600"/>
              </a:spcAft>
              <a:defRPr>
                <a:solidFill>
                  <a:schemeClr val="tx1">
                    <a:lumMod val="75000"/>
                    <a:lumOff val="25000"/>
                  </a:schemeClr>
                </a:solidFill>
                <a:latin typeface="微软雅黑" panose="020B0503020204020204" pitchFamily="34" charset="-122"/>
                <a:ea typeface="微软雅黑" panose="020B0503020204020204" pitchFamily="34" charset="-122"/>
                <a:cs typeface="+mn-ea"/>
              </a:defRPr>
            </a:lvl1pPr>
          </a:lstStyle>
          <a:p>
            <a:pPr>
              <a:lnSpc>
                <a:spcPct val="130000"/>
              </a:lnSpc>
              <a:spcAft>
                <a:spcPts val="0"/>
              </a:spcAft>
            </a:pPr>
            <a:r>
              <a:rPr lang="zh-CN" altLang="en-US" sz="2000" dirty="0">
                <a:latin typeface="+mj-ea"/>
                <a:ea typeface="+mj-ea"/>
              </a:rPr>
              <a:t>请在此输入文字说明</a:t>
            </a:r>
            <a:endParaRPr lang="zh-CN" altLang="en-US" sz="2000" dirty="0">
              <a:latin typeface="+mj-ea"/>
              <a:ea typeface="+mj-ea"/>
            </a:endParaRPr>
          </a:p>
          <a:p>
            <a:pPr>
              <a:lnSpc>
                <a:spcPct val="130000"/>
              </a:lnSpc>
              <a:spcAft>
                <a:spcPts val="0"/>
              </a:spcAft>
            </a:pPr>
            <a:r>
              <a:rPr lang="zh-CN" altLang="en-US" sz="2000" dirty="0">
                <a:latin typeface="+mj-ea"/>
                <a:ea typeface="+mj-ea"/>
              </a:rPr>
              <a:t>请在此输入文字说明</a:t>
            </a:r>
            <a:endParaRPr lang="zh-CN" altLang="en-US" sz="2000" dirty="0">
              <a:latin typeface="+mj-ea"/>
              <a:ea typeface="+mj-ea"/>
            </a:endParaRPr>
          </a:p>
        </p:txBody>
      </p:sp>
      <p:sp>
        <p:nvSpPr>
          <p:cNvPr id="82" name="文本框 14"/>
          <p:cNvSpPr txBox="1"/>
          <p:nvPr/>
        </p:nvSpPr>
        <p:spPr>
          <a:xfrm>
            <a:off x="7734820" y="4896918"/>
            <a:ext cx="2860735" cy="853567"/>
          </a:xfrm>
          <a:prstGeom prst="rect">
            <a:avLst/>
          </a:prstGeom>
          <a:noFill/>
        </p:spPr>
        <p:txBody>
          <a:bodyPr wrap="square" rtlCol="0">
            <a:spAutoFit/>
          </a:bodyPr>
          <a:lstStyle>
            <a:defPPr>
              <a:defRPr lang="zh-CN"/>
            </a:defPPr>
            <a:lvl1pPr algn="ctr">
              <a:spcBef>
                <a:spcPct val="0"/>
              </a:spcBef>
              <a:spcAft>
                <a:spcPts val="600"/>
              </a:spcAft>
              <a:defRPr>
                <a:solidFill>
                  <a:schemeClr val="tx1">
                    <a:lumMod val="75000"/>
                    <a:lumOff val="25000"/>
                  </a:schemeClr>
                </a:solidFill>
                <a:latin typeface="微软雅黑" panose="020B0503020204020204" pitchFamily="34" charset="-122"/>
                <a:ea typeface="微软雅黑" panose="020B0503020204020204" pitchFamily="34" charset="-122"/>
                <a:cs typeface="+mn-ea"/>
              </a:defRPr>
            </a:lvl1pPr>
          </a:lstStyle>
          <a:p>
            <a:pPr>
              <a:lnSpc>
                <a:spcPct val="130000"/>
              </a:lnSpc>
              <a:spcAft>
                <a:spcPts val="0"/>
              </a:spcAft>
            </a:pPr>
            <a:r>
              <a:rPr lang="zh-CN" altLang="en-US" sz="2000" dirty="0">
                <a:latin typeface="+mj-ea"/>
                <a:ea typeface="+mj-ea"/>
              </a:rPr>
              <a:t>请在此输入文字说明</a:t>
            </a:r>
            <a:endParaRPr lang="zh-CN" altLang="en-US" sz="2000" dirty="0">
              <a:latin typeface="+mj-ea"/>
              <a:ea typeface="+mj-ea"/>
            </a:endParaRPr>
          </a:p>
          <a:p>
            <a:pPr>
              <a:lnSpc>
                <a:spcPct val="130000"/>
              </a:lnSpc>
              <a:spcAft>
                <a:spcPts val="0"/>
              </a:spcAft>
            </a:pPr>
            <a:r>
              <a:rPr lang="zh-CN" altLang="en-US" sz="2000" dirty="0">
                <a:latin typeface="+mj-ea"/>
                <a:ea typeface="+mj-ea"/>
              </a:rPr>
              <a:t>请在此输入文字说明</a:t>
            </a:r>
            <a:endParaRPr lang="zh-CN" altLang="en-US" sz="2000" dirty="0">
              <a:latin typeface="+mj-ea"/>
              <a:ea typeface="+mj-ea"/>
            </a:endParaRPr>
          </a:p>
        </p:txBody>
      </p:sp>
      <p:sp>
        <p:nvSpPr>
          <p:cNvPr id="83" name="文本框 14"/>
          <p:cNvSpPr txBox="1"/>
          <p:nvPr/>
        </p:nvSpPr>
        <p:spPr>
          <a:xfrm>
            <a:off x="1490279" y="4896918"/>
            <a:ext cx="2860735" cy="853567"/>
          </a:xfrm>
          <a:prstGeom prst="rect">
            <a:avLst/>
          </a:prstGeom>
          <a:noFill/>
        </p:spPr>
        <p:txBody>
          <a:bodyPr wrap="square" rtlCol="0">
            <a:spAutoFit/>
          </a:bodyPr>
          <a:lstStyle>
            <a:defPPr>
              <a:defRPr lang="zh-CN"/>
            </a:defPPr>
            <a:lvl1pPr algn="ctr">
              <a:spcBef>
                <a:spcPct val="0"/>
              </a:spcBef>
              <a:spcAft>
                <a:spcPts val="600"/>
              </a:spcAft>
              <a:defRPr>
                <a:solidFill>
                  <a:schemeClr val="tx1">
                    <a:lumMod val="75000"/>
                    <a:lumOff val="25000"/>
                  </a:schemeClr>
                </a:solidFill>
                <a:latin typeface="微软雅黑" panose="020B0503020204020204" pitchFamily="34" charset="-122"/>
                <a:ea typeface="微软雅黑" panose="020B0503020204020204" pitchFamily="34" charset="-122"/>
                <a:cs typeface="+mn-ea"/>
              </a:defRPr>
            </a:lvl1pPr>
          </a:lstStyle>
          <a:p>
            <a:pPr>
              <a:lnSpc>
                <a:spcPct val="130000"/>
              </a:lnSpc>
              <a:spcAft>
                <a:spcPts val="0"/>
              </a:spcAft>
            </a:pPr>
            <a:r>
              <a:rPr lang="zh-CN" altLang="en-US" sz="2000" dirty="0">
                <a:latin typeface="+mj-ea"/>
                <a:ea typeface="+mj-ea"/>
              </a:rPr>
              <a:t>请在此输入文字说明</a:t>
            </a:r>
            <a:endParaRPr lang="zh-CN" altLang="en-US" sz="2000" dirty="0">
              <a:latin typeface="+mj-ea"/>
              <a:ea typeface="+mj-ea"/>
            </a:endParaRPr>
          </a:p>
          <a:p>
            <a:pPr>
              <a:lnSpc>
                <a:spcPct val="130000"/>
              </a:lnSpc>
              <a:spcAft>
                <a:spcPts val="0"/>
              </a:spcAft>
            </a:pPr>
            <a:r>
              <a:rPr lang="zh-CN" altLang="en-US" sz="2000" dirty="0">
                <a:latin typeface="+mj-ea"/>
                <a:ea typeface="+mj-ea"/>
              </a:rPr>
              <a:t>请在此输入文字说明</a:t>
            </a:r>
            <a:endParaRPr lang="zh-CN" altLang="en-US" sz="2000" dirty="0">
              <a:latin typeface="+mj-ea"/>
              <a:ea typeface="+mj-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11"/>
          <p:cNvSpPr txBox="1"/>
          <p:nvPr/>
        </p:nvSpPr>
        <p:spPr>
          <a:xfrm>
            <a:off x="5943600" y="1908279"/>
            <a:ext cx="5467350" cy="1638300"/>
          </a:xfrm>
          <a:prstGeom prst="rect">
            <a:avLst/>
          </a:prstGeom>
        </p:spPr>
        <p:txBody>
          <a:bodyPr vert="horz" lIns="144000" tIns="144000" rIns="144000" bIns="144000" rtlCol="0" anchor="ctr" anchorCtr="0">
            <a:normAutofit fontScale="92500"/>
          </a:bodyPr>
          <a:lstStyle>
            <a:lvl1pPr marL="0" indent="0" algn="ctr" defTabSz="914400" rtl="0" eaLnBrk="1" latinLnBrk="0" hangingPunct="1">
              <a:lnSpc>
                <a:spcPct val="100000"/>
              </a:lnSpc>
              <a:spcBef>
                <a:spcPts val="1000"/>
              </a:spcBef>
              <a:buFont typeface="Arial" panose="020B060402020209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a:t>请输入章节标题</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1"/>
          <p:cNvSpPr txBox="1"/>
          <p:nvPr/>
        </p:nvSpPr>
        <p:spPr>
          <a:xfrm>
            <a:off x="457200" y="1908279"/>
            <a:ext cx="5467350" cy="1638300"/>
          </a:xfrm>
          <a:prstGeom prst="rect">
            <a:avLst/>
          </a:prstGeom>
        </p:spPr>
        <p:txBody>
          <a:bodyPr vert="horz" lIns="144000" tIns="144000" rIns="144000" bIns="144000" rtlCol="0" anchor="ctr" anchorCtr="0">
            <a:normAutofit fontScale="92500"/>
          </a:bodyPr>
          <a:lstStyle>
            <a:lvl1pPr marL="0" indent="0" algn="ctr" defTabSz="914400" rtl="0" eaLnBrk="1" latinLnBrk="0" hangingPunct="1">
              <a:lnSpc>
                <a:spcPct val="100000"/>
              </a:lnSpc>
              <a:spcBef>
                <a:spcPts val="1000"/>
              </a:spcBef>
              <a:buFont typeface="Arial" panose="020B060402020209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dirty="0"/>
              <a:t>请输入章节标题</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内容页</a:t>
            </a:r>
            <a:r>
              <a:rPr lang="en-US" altLang="zh-CN" dirty="0"/>
              <a:t>-</a:t>
            </a:r>
            <a:r>
              <a:rPr lang="zh-CN" altLang="en-US" dirty="0"/>
              <a:t>纯文字</a:t>
            </a:r>
            <a:endParaRPr lang="zh-CN" altLang="en-US" dirty="0"/>
          </a:p>
        </p:txBody>
      </p:sp>
      <p:sp>
        <p:nvSpPr>
          <p:cNvPr id="17" name="内容占位符 16"/>
          <p:cNvSpPr>
            <a:spLocks noGrp="1"/>
          </p:cNvSpPr>
          <p:nvPr>
            <p:ph sz="quarter" idx="11"/>
          </p:nvPr>
        </p:nvSpPr>
        <p:spPr/>
        <p:txBody>
          <a:bodyPr>
            <a:normAutofit/>
          </a:bodyPr>
          <a:lstStyle/>
          <a:p>
            <a:r>
              <a:rPr lang="zh-CN" altLang="en-US" sz="2400" dirty="0"/>
              <a:t>请在此输入文字说明请在此输入文字说明请在此输入文字说明请在此输入</a:t>
            </a:r>
            <a:endParaRPr lang="zh-CN" altLang="en-US" sz="2400" dirty="0"/>
          </a:p>
          <a:p>
            <a:r>
              <a:rPr lang="zh-CN" altLang="en-US" sz="2400" dirty="0"/>
              <a:t>请在此输入文字说明请在此输入文字说明请在此输入文字说明请在此输入</a:t>
            </a:r>
            <a:endParaRPr lang="zh-CN" altLang="en-US" sz="2400" dirty="0"/>
          </a:p>
          <a:p>
            <a:r>
              <a:rPr lang="zh-CN" altLang="en-US" sz="2400" dirty="0"/>
              <a:t>请在此输入文字说明请在此输入文字说明请在此输入文字说明请在此输入</a:t>
            </a:r>
            <a:endParaRPr lang="zh-CN" altLang="en-US" sz="2400" dirty="0"/>
          </a:p>
          <a:p>
            <a:endParaRPr lang="zh-CN" alt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a:t>内容页</a:t>
            </a:r>
            <a:r>
              <a:rPr lang="en-US" altLang="zh-CN" dirty="0"/>
              <a:t>-</a:t>
            </a:r>
            <a:r>
              <a:rPr lang="zh-CN" altLang="en-US" dirty="0"/>
              <a:t>纯白底</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84511" y="6128485"/>
            <a:ext cx="7571303" cy="369332"/>
          </a:xfrm>
          <a:prstGeom prst="rect">
            <a:avLst/>
          </a:prstGeom>
        </p:spPr>
        <p:txBody>
          <a:bodyPr wrap="none">
            <a:spAutoFit/>
          </a:bodyPr>
          <a:lstStyle/>
          <a:p>
            <a:r>
              <a:rPr lang="zh-CN" altLang="en-US" dirty="0">
                <a:solidFill>
                  <a:schemeClr val="bg1">
                    <a:lumMod val="50000"/>
                  </a:schemeClr>
                </a:solidFill>
              </a:rPr>
              <a:t>注：微软雅黑字体非商用，若商用推荐可使用思源黑体替换（免费商用）</a:t>
            </a:r>
            <a:endParaRPr lang="zh-CN" altLang="en-US" dirty="0">
              <a:solidFill>
                <a:schemeClr val="bg1">
                  <a:lumMod val="50000"/>
                </a:schemeClr>
              </a:solidFill>
            </a:endParaRPr>
          </a:p>
        </p:txBody>
      </p:sp>
      <p:sp>
        <p:nvSpPr>
          <p:cNvPr id="2" name="文本占位符 1"/>
          <p:cNvSpPr>
            <a:spLocks noGrp="1"/>
          </p:cNvSpPr>
          <p:nvPr>
            <p:ph type="body" sz="quarter" idx="10"/>
          </p:nvPr>
        </p:nvSpPr>
        <p:spPr/>
        <p:txBody>
          <a:bodyPr/>
          <a:lstStyle/>
          <a:p>
            <a:r>
              <a:rPr lang="zh-CN" altLang="en-US" dirty="0"/>
              <a:t>字体规范</a:t>
            </a:r>
            <a:endParaRPr lang="zh-CN" altLang="en-US" dirty="0"/>
          </a:p>
        </p:txBody>
      </p:sp>
      <p:grpSp>
        <p:nvGrpSpPr>
          <p:cNvPr id="17" name="组合 16"/>
          <p:cNvGrpSpPr/>
          <p:nvPr/>
        </p:nvGrpSpPr>
        <p:grpSpPr>
          <a:xfrm>
            <a:off x="1452239" y="3958739"/>
            <a:ext cx="7956586" cy="1308247"/>
            <a:chOff x="1044735" y="3641282"/>
            <a:chExt cx="7956586" cy="1308247"/>
          </a:xfrm>
        </p:grpSpPr>
        <p:sp>
          <p:nvSpPr>
            <p:cNvPr id="8" name="文本框 7"/>
            <p:cNvSpPr txBox="1"/>
            <p:nvPr/>
          </p:nvSpPr>
          <p:spPr>
            <a:xfrm>
              <a:off x="1801508" y="3742151"/>
              <a:ext cx="2753179" cy="523220"/>
            </a:xfrm>
            <a:prstGeom prst="rect">
              <a:avLst/>
            </a:prstGeom>
            <a:noFill/>
          </p:spPr>
          <p:txBody>
            <a:bodyPr wrap="square" rtlCol="0">
              <a:spAutoFit/>
            </a:bodyPr>
            <a:lstStyle/>
            <a:p>
              <a:r>
                <a:rPr lang="zh-CN" altLang="en-US" sz="2800" dirty="0">
                  <a:solidFill>
                    <a:schemeClr val="accent1"/>
                  </a:solidFill>
                  <a:latin typeface="+mn-ea"/>
                </a:rPr>
                <a:t>英文标题</a:t>
              </a:r>
              <a:endParaRPr lang="zh-CN" altLang="en-US" sz="2800" dirty="0">
                <a:solidFill>
                  <a:schemeClr val="accent1"/>
                </a:solidFill>
                <a:latin typeface="+mn-ea"/>
              </a:endParaRPr>
            </a:p>
          </p:txBody>
        </p:sp>
        <p:sp>
          <p:nvSpPr>
            <p:cNvPr id="9" name="文本框 8"/>
            <p:cNvSpPr txBox="1"/>
            <p:nvPr/>
          </p:nvSpPr>
          <p:spPr>
            <a:xfrm>
              <a:off x="6248143" y="3740665"/>
              <a:ext cx="2753178" cy="523220"/>
            </a:xfrm>
            <a:prstGeom prst="rect">
              <a:avLst/>
            </a:prstGeom>
            <a:noFill/>
          </p:spPr>
          <p:txBody>
            <a:bodyPr wrap="square" rtlCol="0">
              <a:spAutoFit/>
            </a:bodyPr>
            <a:lstStyle/>
            <a:p>
              <a:r>
                <a:rPr lang="zh-CN" altLang="en-US" sz="2800" dirty="0">
                  <a:solidFill>
                    <a:schemeClr val="accent1"/>
                  </a:solidFill>
                  <a:latin typeface="+mn-ea"/>
                </a:rPr>
                <a:t>英文正文</a:t>
              </a:r>
              <a:endParaRPr lang="zh-CN" altLang="en-US" sz="2800" dirty="0">
                <a:solidFill>
                  <a:schemeClr val="accent1"/>
                </a:solidFill>
                <a:latin typeface="+mn-ea"/>
              </a:endParaRPr>
            </a:p>
          </p:txBody>
        </p:sp>
        <p:sp>
          <p:nvSpPr>
            <p:cNvPr id="10" name="文本框 9"/>
            <p:cNvSpPr txBox="1"/>
            <p:nvPr/>
          </p:nvSpPr>
          <p:spPr>
            <a:xfrm>
              <a:off x="1801508" y="4364754"/>
              <a:ext cx="3345224" cy="584775"/>
            </a:xfrm>
            <a:prstGeom prst="rect">
              <a:avLst/>
            </a:prstGeom>
            <a:noFill/>
          </p:spPr>
          <p:txBody>
            <a:bodyPr wrap="square" rtlCol="0">
              <a:spAutoFit/>
            </a:bodyPr>
            <a:lstStyle/>
            <a:p>
              <a:r>
                <a:rPr lang="en-US" altLang="zh-CN" sz="3200" b="1" dirty="0">
                  <a:solidFill>
                    <a:schemeClr val="tx1">
                      <a:lumMod val="75000"/>
                      <a:lumOff val="25000"/>
                    </a:schemeClr>
                  </a:solidFill>
                  <a:latin typeface="+mj-lt"/>
                  <a:ea typeface="+mj-ea"/>
                </a:rPr>
                <a:t>Arial Black</a:t>
              </a:r>
              <a:endParaRPr lang="en-US" altLang="zh-CN" sz="3200" b="1" dirty="0">
                <a:solidFill>
                  <a:schemeClr val="tx1">
                    <a:lumMod val="75000"/>
                    <a:lumOff val="25000"/>
                  </a:schemeClr>
                </a:solidFill>
                <a:latin typeface="+mj-lt"/>
                <a:ea typeface="+mj-ea"/>
              </a:endParaRPr>
            </a:p>
          </p:txBody>
        </p:sp>
        <p:sp>
          <p:nvSpPr>
            <p:cNvPr id="11" name="文本框 10"/>
            <p:cNvSpPr txBox="1"/>
            <p:nvPr/>
          </p:nvSpPr>
          <p:spPr>
            <a:xfrm>
              <a:off x="6248143" y="4364754"/>
              <a:ext cx="1568279" cy="584775"/>
            </a:xfrm>
            <a:prstGeom prst="rect">
              <a:avLst/>
            </a:prstGeom>
            <a:noFill/>
          </p:spPr>
          <p:txBody>
            <a:bodyPr wrap="square" rtlCol="0">
              <a:spAutoFit/>
            </a:bodyPr>
            <a:lstStyle/>
            <a:p>
              <a:r>
                <a:rPr lang="en-US" altLang="zh-CN" sz="3200" dirty="0">
                  <a:solidFill>
                    <a:schemeClr val="tx1">
                      <a:lumMod val="75000"/>
                      <a:lumOff val="25000"/>
                    </a:schemeClr>
                  </a:solidFill>
                </a:rPr>
                <a:t>Arial</a:t>
              </a:r>
              <a:endParaRPr lang="zh-CN" altLang="en-US" sz="3200" dirty="0">
                <a:solidFill>
                  <a:schemeClr val="tx1">
                    <a:lumMod val="75000"/>
                    <a:lumOff val="25000"/>
                  </a:schemeClr>
                </a:solidFill>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491370" y="3641282"/>
              <a:ext cx="721986" cy="721986"/>
            </a:xfrm>
            <a:prstGeom prst="rect">
              <a:avLst/>
            </a:prstGeom>
          </p:spPr>
        </p:pic>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44735" y="3642768"/>
              <a:ext cx="721986" cy="721986"/>
            </a:xfrm>
            <a:prstGeom prst="rect">
              <a:avLst/>
            </a:prstGeom>
          </p:spPr>
        </p:pic>
      </p:grpSp>
      <p:grpSp>
        <p:nvGrpSpPr>
          <p:cNvPr id="16" name="组合 15"/>
          <p:cNvGrpSpPr/>
          <p:nvPr/>
        </p:nvGrpSpPr>
        <p:grpSpPr>
          <a:xfrm>
            <a:off x="1417452" y="1717710"/>
            <a:ext cx="7991373" cy="1460033"/>
            <a:chOff x="1009948" y="1400253"/>
            <a:chExt cx="7991373" cy="1460033"/>
          </a:xfrm>
        </p:grpSpPr>
        <p:sp>
          <p:nvSpPr>
            <p:cNvPr id="4" name="文本框 3"/>
            <p:cNvSpPr txBox="1"/>
            <p:nvPr/>
          </p:nvSpPr>
          <p:spPr>
            <a:xfrm>
              <a:off x="1801508" y="1620928"/>
              <a:ext cx="2753179" cy="523220"/>
            </a:xfrm>
            <a:prstGeom prst="rect">
              <a:avLst/>
            </a:prstGeom>
            <a:noFill/>
          </p:spPr>
          <p:txBody>
            <a:bodyPr wrap="square" rtlCol="0">
              <a:spAutoFit/>
            </a:bodyPr>
            <a:lstStyle/>
            <a:p>
              <a:r>
                <a:rPr lang="zh-CN" altLang="en-US" sz="2800" dirty="0">
                  <a:solidFill>
                    <a:schemeClr val="accent1"/>
                  </a:solidFill>
                  <a:latin typeface="+mn-ea"/>
                </a:rPr>
                <a:t>中文标题</a:t>
              </a:r>
              <a:endParaRPr lang="zh-CN" altLang="en-US" sz="2800" dirty="0">
                <a:solidFill>
                  <a:schemeClr val="accent1"/>
                </a:solidFill>
                <a:latin typeface="+mn-ea"/>
              </a:endParaRPr>
            </a:p>
          </p:txBody>
        </p:sp>
        <p:sp>
          <p:nvSpPr>
            <p:cNvPr id="5" name="文本框 4"/>
            <p:cNvSpPr txBox="1"/>
            <p:nvPr/>
          </p:nvSpPr>
          <p:spPr>
            <a:xfrm>
              <a:off x="6248143" y="1615941"/>
              <a:ext cx="2753178" cy="523220"/>
            </a:xfrm>
            <a:prstGeom prst="rect">
              <a:avLst/>
            </a:prstGeom>
            <a:noFill/>
          </p:spPr>
          <p:txBody>
            <a:bodyPr wrap="square" rtlCol="0">
              <a:spAutoFit/>
            </a:bodyPr>
            <a:lstStyle/>
            <a:p>
              <a:r>
                <a:rPr lang="zh-CN" altLang="en-US" sz="2800" dirty="0">
                  <a:solidFill>
                    <a:schemeClr val="accent1"/>
                  </a:solidFill>
                  <a:latin typeface="+mn-ea"/>
                </a:rPr>
                <a:t>中文正文</a:t>
              </a:r>
              <a:endParaRPr lang="zh-CN" altLang="en-US" sz="2800" dirty="0">
                <a:solidFill>
                  <a:schemeClr val="accent1"/>
                </a:solidFill>
                <a:latin typeface="+mn-ea"/>
              </a:endParaRPr>
            </a:p>
          </p:txBody>
        </p:sp>
        <p:sp>
          <p:nvSpPr>
            <p:cNvPr id="6" name="文本框 5"/>
            <p:cNvSpPr txBox="1"/>
            <p:nvPr/>
          </p:nvSpPr>
          <p:spPr>
            <a:xfrm>
              <a:off x="1801508" y="2275511"/>
              <a:ext cx="2249039" cy="584775"/>
            </a:xfrm>
            <a:prstGeom prst="rect">
              <a:avLst/>
            </a:prstGeom>
            <a:noFill/>
          </p:spPr>
          <p:txBody>
            <a:bodyPr wrap="square" rtlCol="0">
              <a:spAutoFit/>
            </a:bodyPr>
            <a:lstStyle/>
            <a:p>
              <a:r>
                <a:rPr lang="zh-CN" altLang="en-US" sz="3200" b="1" dirty="0">
                  <a:solidFill>
                    <a:schemeClr val="tx1">
                      <a:lumMod val="75000"/>
                      <a:lumOff val="25000"/>
                    </a:schemeClr>
                  </a:solidFill>
                  <a:latin typeface="+mj-ea"/>
                  <a:ea typeface="+mj-ea"/>
                </a:rPr>
                <a:t>微软雅黑</a:t>
              </a:r>
              <a:endParaRPr lang="zh-CN" altLang="en-US" sz="3200" b="1" dirty="0">
                <a:solidFill>
                  <a:schemeClr val="tx1">
                    <a:lumMod val="75000"/>
                    <a:lumOff val="25000"/>
                  </a:schemeClr>
                </a:solidFill>
                <a:latin typeface="+mj-ea"/>
                <a:ea typeface="+mj-ea"/>
              </a:endParaRPr>
            </a:p>
          </p:txBody>
        </p:sp>
        <p:sp>
          <p:nvSpPr>
            <p:cNvPr id="7" name="文本框 6"/>
            <p:cNvSpPr txBox="1"/>
            <p:nvPr/>
          </p:nvSpPr>
          <p:spPr>
            <a:xfrm>
              <a:off x="6248143" y="2269321"/>
              <a:ext cx="2032869" cy="584775"/>
            </a:xfrm>
            <a:prstGeom prst="rect">
              <a:avLst/>
            </a:prstGeom>
            <a:noFill/>
          </p:spPr>
          <p:txBody>
            <a:bodyPr wrap="square" rtlCol="0">
              <a:spAutoFit/>
            </a:bodyPr>
            <a:lstStyle/>
            <a:p>
              <a:r>
                <a:rPr lang="zh-CN" altLang="en-US" sz="3200" dirty="0">
                  <a:solidFill>
                    <a:schemeClr val="tx1">
                      <a:lumMod val="75000"/>
                      <a:lumOff val="25000"/>
                    </a:schemeClr>
                  </a:solidFill>
                  <a:latin typeface="+mn-ea"/>
                </a:rPr>
                <a:t>微软雅黑</a:t>
              </a:r>
              <a:endParaRPr lang="zh-CN" altLang="en-US" sz="3200" dirty="0">
                <a:solidFill>
                  <a:schemeClr val="tx1">
                    <a:lumMod val="75000"/>
                    <a:lumOff val="25000"/>
                  </a:schemeClr>
                </a:solidFill>
                <a:latin typeface="+mn-ea"/>
              </a:endParaRPr>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56583" y="1400253"/>
              <a:ext cx="791560" cy="791560"/>
            </a:xfrm>
            <a:prstGeom prst="rect">
              <a:avLst/>
            </a:prstGeom>
          </p:spPr>
        </p:pic>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9948" y="1400253"/>
              <a:ext cx="791560" cy="791560"/>
            </a:xfrm>
            <a:prstGeom prst="rect">
              <a:avLst/>
            </a:prstGeom>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574277" y="1056896"/>
            <a:ext cx="5298545" cy="825419"/>
          </a:xfrm>
          <a:prstGeom prst="rect">
            <a:avLst/>
          </a:prstGeom>
          <a:noFill/>
        </p:spPr>
        <p:txBody>
          <a:bodyPr wrap="square">
            <a:spAutoFit/>
          </a:bodyPr>
          <a:lstStyle/>
          <a:p>
            <a:pPr>
              <a:lnSpc>
                <a:spcPct val="150000"/>
              </a:lnSpc>
            </a:pPr>
            <a:r>
              <a:rPr lang="en-US" altLang="zh-CN" sz="3600" b="1" dirty="0">
                <a:solidFill>
                  <a:schemeClr val="accent1"/>
                </a:solidFill>
                <a:effectLst/>
                <a:latin typeface="+mn-ea"/>
                <a:cs typeface="Times New Roman" panose="02020503050405090304" pitchFamily="18" charset="0"/>
              </a:rPr>
              <a:t>2</a:t>
            </a:r>
            <a:r>
              <a:rPr lang="zh-CN" altLang="zh-CN" sz="3600" b="1" dirty="0">
                <a:solidFill>
                  <a:schemeClr val="accent1"/>
                </a:solidFill>
                <a:effectLst/>
                <a:latin typeface="+mn-ea"/>
                <a:cs typeface="Times New Roman" panose="02020503050405090304" pitchFamily="18" charset="0"/>
              </a:rPr>
              <a:t>组</a:t>
            </a:r>
            <a:r>
              <a:rPr lang="en-US" altLang="zh-CN" sz="2000" b="1" dirty="0">
                <a:solidFill>
                  <a:schemeClr val="accent1"/>
                </a:solidFill>
                <a:latin typeface="+mn-ea"/>
                <a:cs typeface="Times New Roman" panose="02020503050405090304" pitchFamily="18" charset="0"/>
              </a:rPr>
              <a:t> </a:t>
            </a:r>
            <a:r>
              <a:rPr lang="zh-CN" altLang="zh-CN" sz="2400" dirty="0">
                <a:effectLst/>
                <a:latin typeface="+mn-ea"/>
                <a:cs typeface="Times New Roman" panose="02020503050405090304" pitchFamily="18" charset="0"/>
              </a:rPr>
              <a:t>前景文字和背景</a:t>
            </a:r>
            <a:r>
              <a:rPr lang="zh-CN" altLang="en-US" sz="2400" dirty="0">
                <a:effectLst/>
                <a:latin typeface="+mn-ea"/>
                <a:cs typeface="Times New Roman" panose="02020503050405090304" pitchFamily="18" charset="0"/>
              </a:rPr>
              <a:t>色</a:t>
            </a:r>
            <a:endParaRPr lang="en-US" altLang="zh-CN" sz="2400" dirty="0">
              <a:effectLst/>
              <a:latin typeface="+mn-ea"/>
              <a:cs typeface="Times New Roman" panose="02020503050405090304" pitchFamily="18" charset="0"/>
            </a:endParaRPr>
          </a:p>
        </p:txBody>
      </p:sp>
      <p:sp>
        <p:nvSpPr>
          <p:cNvPr id="14" name="文本框 13"/>
          <p:cNvSpPr txBox="1"/>
          <p:nvPr/>
        </p:nvSpPr>
        <p:spPr>
          <a:xfrm>
            <a:off x="574278" y="2157174"/>
            <a:ext cx="3025134" cy="923330"/>
          </a:xfrm>
          <a:prstGeom prst="rect">
            <a:avLst/>
          </a:prstGeom>
          <a:noFill/>
        </p:spPr>
        <p:txBody>
          <a:bodyPr wrap="square">
            <a:spAutoFit/>
          </a:bodyPr>
          <a:lstStyle/>
          <a:p>
            <a:pPr>
              <a:lnSpc>
                <a:spcPct val="150000"/>
              </a:lnSpc>
            </a:pPr>
            <a:r>
              <a:rPr lang="en-US" altLang="zh-CN" sz="3600" b="1" dirty="0">
                <a:solidFill>
                  <a:schemeClr val="accent1"/>
                </a:solidFill>
                <a:latin typeface="+mn-ea"/>
                <a:cs typeface="Times New Roman" panose="02020503050405090304" pitchFamily="18" charset="0"/>
              </a:rPr>
              <a:t>6</a:t>
            </a:r>
            <a:r>
              <a:rPr lang="zh-CN" altLang="zh-CN" sz="3600" b="1" dirty="0">
                <a:solidFill>
                  <a:schemeClr val="accent1"/>
                </a:solidFill>
                <a:latin typeface="+mn-ea"/>
                <a:cs typeface="Times New Roman" panose="02020503050405090304" pitchFamily="18" charset="0"/>
              </a:rPr>
              <a:t>种</a:t>
            </a:r>
            <a:r>
              <a:rPr lang="en-US" altLang="zh-CN" sz="3600" b="1" dirty="0">
                <a:solidFill>
                  <a:schemeClr val="accent1"/>
                </a:solidFill>
                <a:latin typeface="+mn-ea"/>
                <a:cs typeface="Times New Roman" panose="02020503050405090304" pitchFamily="18" charset="0"/>
              </a:rPr>
              <a:t> </a:t>
            </a:r>
            <a:r>
              <a:rPr lang="zh-CN" altLang="en-US" sz="2400" dirty="0">
                <a:effectLst/>
                <a:latin typeface="+mn-ea"/>
                <a:cs typeface="Times New Roman" panose="02020503050405090304" pitchFamily="18" charset="0"/>
              </a:rPr>
              <a:t>着色</a:t>
            </a:r>
            <a:r>
              <a:rPr lang="zh-CN" altLang="zh-CN" sz="2400" dirty="0">
                <a:effectLst/>
                <a:latin typeface="+mn-ea"/>
                <a:cs typeface="Times New Roman" panose="02020503050405090304" pitchFamily="18" charset="0"/>
              </a:rPr>
              <a:t>辅助色</a:t>
            </a:r>
            <a:endParaRPr lang="zh-CN" altLang="en-US" sz="2400" dirty="0">
              <a:latin typeface="+mn-ea"/>
            </a:endParaRPr>
          </a:p>
        </p:txBody>
      </p:sp>
      <p:grpSp>
        <p:nvGrpSpPr>
          <p:cNvPr id="4" name="组合 3"/>
          <p:cNvGrpSpPr/>
          <p:nvPr/>
        </p:nvGrpSpPr>
        <p:grpSpPr>
          <a:xfrm>
            <a:off x="4312540" y="1337908"/>
            <a:ext cx="6992769" cy="544408"/>
            <a:chOff x="5696956" y="1860387"/>
            <a:chExt cx="4545537" cy="769122"/>
          </a:xfrm>
        </p:grpSpPr>
        <p:sp>
          <p:nvSpPr>
            <p:cNvPr id="2" name="矩形 1"/>
            <p:cNvSpPr/>
            <p:nvPr/>
          </p:nvSpPr>
          <p:spPr>
            <a:xfrm>
              <a:off x="5696956" y="1860387"/>
              <a:ext cx="900543" cy="76912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A6A6A6"/>
                </a:solidFill>
              </a:endParaRPr>
            </a:p>
          </p:txBody>
        </p:sp>
        <p:sp>
          <p:nvSpPr>
            <p:cNvPr id="16" name="矩形 15"/>
            <p:cNvSpPr/>
            <p:nvPr/>
          </p:nvSpPr>
          <p:spPr>
            <a:xfrm>
              <a:off x="6911955" y="1860387"/>
              <a:ext cx="900542" cy="769122"/>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8126954" y="1860387"/>
              <a:ext cx="900542" cy="769122"/>
            </a:xfrm>
            <a:prstGeom prst="rect">
              <a:avLst/>
            </a:prstGeom>
            <a:solidFill>
              <a:srgbClr val="0032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3C96"/>
                </a:solidFill>
              </a:endParaRPr>
            </a:p>
          </p:txBody>
        </p:sp>
        <p:sp>
          <p:nvSpPr>
            <p:cNvPr id="18" name="矩形 17"/>
            <p:cNvSpPr/>
            <p:nvPr/>
          </p:nvSpPr>
          <p:spPr>
            <a:xfrm>
              <a:off x="9341952" y="1860387"/>
              <a:ext cx="900541" cy="76912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文本占位符 2"/>
          <p:cNvSpPr>
            <a:spLocks noGrp="1"/>
          </p:cNvSpPr>
          <p:nvPr>
            <p:ph type="body" sz="quarter" idx="10"/>
          </p:nvPr>
        </p:nvSpPr>
        <p:spPr/>
        <p:txBody>
          <a:bodyPr/>
          <a:lstStyle/>
          <a:p>
            <a:r>
              <a:rPr lang="zh-CN" altLang="en-US" dirty="0"/>
              <a:t>色彩规范</a:t>
            </a:r>
            <a:endParaRPr lang="zh-CN" altLang="en-US" dirty="0"/>
          </a:p>
        </p:txBody>
      </p:sp>
      <p:sp>
        <p:nvSpPr>
          <p:cNvPr id="19" name="矩形 18"/>
          <p:cNvSpPr/>
          <p:nvPr/>
        </p:nvSpPr>
        <p:spPr>
          <a:xfrm>
            <a:off x="8050801" y="3218039"/>
            <a:ext cx="1385378" cy="57722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2443408" y="3218039"/>
            <a:ext cx="1385378" cy="577227"/>
          </a:xfrm>
          <a:prstGeom prst="rect">
            <a:avLst/>
          </a:prstGeom>
          <a:solidFill>
            <a:srgbClr val="2B75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B75CF"/>
              </a:solidFill>
            </a:endParaRPr>
          </a:p>
        </p:txBody>
      </p:sp>
      <p:sp>
        <p:nvSpPr>
          <p:cNvPr id="21" name="矩形 20"/>
          <p:cNvSpPr/>
          <p:nvPr/>
        </p:nvSpPr>
        <p:spPr>
          <a:xfrm>
            <a:off x="574277" y="3218039"/>
            <a:ext cx="1385378" cy="577227"/>
          </a:xfrm>
          <a:prstGeom prst="rect">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3C96"/>
              </a:solidFill>
            </a:endParaRPr>
          </a:p>
        </p:txBody>
      </p:sp>
      <p:sp>
        <p:nvSpPr>
          <p:cNvPr id="22" name="矩形 21"/>
          <p:cNvSpPr/>
          <p:nvPr/>
        </p:nvSpPr>
        <p:spPr>
          <a:xfrm>
            <a:off x="4312539" y="3218039"/>
            <a:ext cx="1385378" cy="577227"/>
          </a:xfrm>
          <a:prstGeom prst="rect">
            <a:avLst/>
          </a:prstGeom>
          <a:solidFill>
            <a:srgbClr val="BD9F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6181670" y="3218039"/>
            <a:ext cx="1385378" cy="5772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9919931" y="3218039"/>
            <a:ext cx="1385378" cy="57722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050801" y="3880727"/>
            <a:ext cx="1385378" cy="349568"/>
          </a:xfrm>
          <a:prstGeom prst="rect">
            <a:avLst/>
          </a:prstGeom>
          <a:solidFill>
            <a:schemeClr val="accent4">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2443408" y="3880727"/>
            <a:ext cx="1385378" cy="349568"/>
          </a:xfrm>
          <a:prstGeom prst="rect">
            <a:avLst/>
          </a:prstGeom>
          <a:solidFill>
            <a:srgbClr val="2B75C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574277" y="3880727"/>
            <a:ext cx="1385378" cy="349568"/>
          </a:xfrm>
          <a:prstGeom prst="rect">
            <a:avLst/>
          </a:prstGeom>
          <a:solidFill>
            <a:srgbClr val="004098">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3C96"/>
              </a:solidFill>
            </a:endParaRPr>
          </a:p>
        </p:txBody>
      </p:sp>
      <p:sp>
        <p:nvSpPr>
          <p:cNvPr id="27" name="矩形 26"/>
          <p:cNvSpPr/>
          <p:nvPr/>
        </p:nvSpPr>
        <p:spPr>
          <a:xfrm>
            <a:off x="4312539" y="3880727"/>
            <a:ext cx="1385378" cy="349568"/>
          </a:xfrm>
          <a:prstGeom prst="rect">
            <a:avLst/>
          </a:prstGeom>
          <a:solidFill>
            <a:srgbClr val="BD9F68">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6181670" y="3880727"/>
            <a:ext cx="1385378" cy="349568"/>
          </a:xfrm>
          <a:prstGeom prst="rect">
            <a:avLst/>
          </a:prstGeom>
          <a:solidFill>
            <a:schemeClr val="accent5">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9919931" y="3880727"/>
            <a:ext cx="1385378" cy="349568"/>
          </a:xfrm>
          <a:prstGeom prst="rect">
            <a:avLst/>
          </a:prstGeom>
          <a:solidFill>
            <a:schemeClr val="bg1">
              <a:lumMod val="6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8050801" y="4344343"/>
            <a:ext cx="1385378" cy="349568"/>
          </a:xfrm>
          <a:prstGeom prst="rect">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2443408" y="4344343"/>
            <a:ext cx="1385378" cy="349568"/>
          </a:xfrm>
          <a:prstGeom prst="rect">
            <a:avLst/>
          </a:prstGeom>
          <a:solidFill>
            <a:srgbClr val="2B75C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574277" y="4344343"/>
            <a:ext cx="1385378" cy="349568"/>
          </a:xfrm>
          <a:prstGeom prst="rect">
            <a:avLst/>
          </a:prstGeom>
          <a:solidFill>
            <a:srgbClr val="00409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3C96"/>
              </a:solidFill>
            </a:endParaRPr>
          </a:p>
        </p:txBody>
      </p:sp>
      <p:sp>
        <p:nvSpPr>
          <p:cNvPr id="33" name="矩形 32"/>
          <p:cNvSpPr/>
          <p:nvPr/>
        </p:nvSpPr>
        <p:spPr>
          <a:xfrm>
            <a:off x="4312539" y="4344343"/>
            <a:ext cx="1385378" cy="349568"/>
          </a:xfrm>
          <a:prstGeom prst="rect">
            <a:avLst/>
          </a:prstGeom>
          <a:solidFill>
            <a:srgbClr val="BD9F6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6181670" y="4344343"/>
            <a:ext cx="1385378" cy="349568"/>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9919931" y="4344343"/>
            <a:ext cx="1385378" cy="349568"/>
          </a:xfrm>
          <a:prstGeom prst="rect">
            <a:avLst/>
          </a:prstGeom>
          <a:solidFill>
            <a:schemeClr val="bg1">
              <a:lumMod val="6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8050801" y="4789595"/>
            <a:ext cx="1385378" cy="349568"/>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2443408" y="4789595"/>
            <a:ext cx="1385378" cy="349568"/>
          </a:xfrm>
          <a:prstGeom prst="rect">
            <a:avLst/>
          </a:prstGeom>
          <a:solidFill>
            <a:srgbClr val="2B75C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574277" y="4789595"/>
            <a:ext cx="1385378" cy="349568"/>
          </a:xfrm>
          <a:prstGeom prst="rect">
            <a:avLst/>
          </a:prstGeom>
          <a:solidFill>
            <a:srgbClr val="004098">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3C96"/>
              </a:solidFill>
            </a:endParaRPr>
          </a:p>
        </p:txBody>
      </p:sp>
      <p:sp>
        <p:nvSpPr>
          <p:cNvPr id="44" name="矩形 43"/>
          <p:cNvSpPr/>
          <p:nvPr/>
        </p:nvSpPr>
        <p:spPr>
          <a:xfrm>
            <a:off x="4312539" y="4789595"/>
            <a:ext cx="1385378" cy="349568"/>
          </a:xfrm>
          <a:prstGeom prst="rect">
            <a:avLst/>
          </a:prstGeom>
          <a:solidFill>
            <a:srgbClr val="BD9F68">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6181670" y="4789595"/>
            <a:ext cx="1385378" cy="349568"/>
          </a:xfrm>
          <a:prstGeom prst="rect">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9919931" y="4789595"/>
            <a:ext cx="1385378" cy="349568"/>
          </a:xfrm>
          <a:prstGeom prst="rect">
            <a:avLst/>
          </a:prstGeom>
          <a:solidFill>
            <a:schemeClr val="bg1">
              <a:lumMod val="6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8050801" y="5253210"/>
            <a:ext cx="1385378" cy="349568"/>
          </a:xfrm>
          <a:prstGeom prst="rect">
            <a:avLst/>
          </a:prstGeom>
          <a:solidFill>
            <a:schemeClr val="accent4">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2443408" y="5253210"/>
            <a:ext cx="1385378" cy="349568"/>
          </a:xfrm>
          <a:prstGeom prst="rect">
            <a:avLst/>
          </a:prstGeom>
          <a:solidFill>
            <a:srgbClr val="2B75C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574277" y="5253210"/>
            <a:ext cx="1385378" cy="349568"/>
          </a:xfrm>
          <a:prstGeom prst="rect">
            <a:avLst/>
          </a:prstGeom>
          <a:solidFill>
            <a:srgbClr val="004098">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3C96"/>
              </a:solidFill>
            </a:endParaRPr>
          </a:p>
        </p:txBody>
      </p:sp>
      <p:sp>
        <p:nvSpPr>
          <p:cNvPr id="50" name="矩形 49"/>
          <p:cNvSpPr/>
          <p:nvPr/>
        </p:nvSpPr>
        <p:spPr>
          <a:xfrm>
            <a:off x="4312539" y="5253210"/>
            <a:ext cx="1385378" cy="349568"/>
          </a:xfrm>
          <a:prstGeom prst="rect">
            <a:avLst/>
          </a:prstGeom>
          <a:solidFill>
            <a:srgbClr val="BD9F68">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6181670" y="5253210"/>
            <a:ext cx="1385378" cy="349568"/>
          </a:xfrm>
          <a:prstGeom prst="rect">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9919931" y="5253210"/>
            <a:ext cx="1385378" cy="349568"/>
          </a:xfrm>
          <a:prstGeom prst="rect">
            <a:avLst/>
          </a:prstGeom>
          <a:solidFill>
            <a:schemeClr val="bg1">
              <a:lumMod val="6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268152" y="5893821"/>
            <a:ext cx="11343283" cy="438542"/>
            <a:chOff x="268152" y="5622392"/>
            <a:chExt cx="11343283" cy="438542"/>
          </a:xfrm>
        </p:grpSpPr>
        <p:sp>
          <p:nvSpPr>
            <p:cNvPr id="37" name="矩形 36"/>
            <p:cNvSpPr/>
            <p:nvPr/>
          </p:nvSpPr>
          <p:spPr>
            <a:xfrm>
              <a:off x="268152" y="5628267"/>
              <a:ext cx="1997628" cy="4140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rgbClr val="004098"/>
                  </a:solidFill>
                  <a:latin typeface="+mn-ea"/>
                </a:rPr>
                <a:t>R:0 G:64 B:152</a:t>
              </a:r>
              <a:endParaRPr lang="zh-CN" altLang="en-US" sz="1400" dirty="0">
                <a:solidFill>
                  <a:srgbClr val="004098"/>
                </a:solidFill>
                <a:latin typeface="+mn-ea"/>
              </a:endParaRPr>
            </a:p>
          </p:txBody>
        </p:sp>
        <p:sp>
          <p:nvSpPr>
            <p:cNvPr id="38" name="矩形 37"/>
            <p:cNvSpPr/>
            <p:nvPr/>
          </p:nvSpPr>
          <p:spPr>
            <a:xfrm>
              <a:off x="2137283" y="5632109"/>
              <a:ext cx="1997628" cy="4140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rgbClr val="2B75CF"/>
                  </a:solidFill>
                  <a:latin typeface="+mn-ea"/>
                </a:rPr>
                <a:t>R:43 G:117 B:207</a:t>
              </a:r>
              <a:endParaRPr lang="zh-CN" altLang="en-US" sz="1400" dirty="0">
                <a:solidFill>
                  <a:srgbClr val="2B75CF"/>
                </a:solidFill>
                <a:latin typeface="+mn-ea"/>
              </a:endParaRPr>
            </a:p>
          </p:txBody>
        </p:sp>
        <p:sp>
          <p:nvSpPr>
            <p:cNvPr id="39" name="矩形 38"/>
            <p:cNvSpPr/>
            <p:nvPr/>
          </p:nvSpPr>
          <p:spPr>
            <a:xfrm>
              <a:off x="5875545" y="5637130"/>
              <a:ext cx="1997628" cy="4140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rgbClr val="FFC000"/>
                  </a:solidFill>
                  <a:latin typeface="+mn-ea"/>
                </a:rPr>
                <a:t>R:255 G:192 B:0</a:t>
              </a:r>
              <a:endParaRPr lang="zh-CN" altLang="en-US" sz="1400" dirty="0">
                <a:solidFill>
                  <a:srgbClr val="FFC000"/>
                </a:solidFill>
                <a:latin typeface="+mn-ea"/>
              </a:endParaRPr>
            </a:p>
          </p:txBody>
        </p:sp>
        <p:sp>
          <p:nvSpPr>
            <p:cNvPr id="40" name="矩形 39"/>
            <p:cNvSpPr/>
            <p:nvPr/>
          </p:nvSpPr>
          <p:spPr>
            <a:xfrm>
              <a:off x="4006414" y="5646847"/>
              <a:ext cx="1997628" cy="4140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rgbClr val="BD9F68"/>
                  </a:solidFill>
                  <a:latin typeface="+mn-ea"/>
                </a:rPr>
                <a:t>R:189 G:159 B:104</a:t>
              </a:r>
              <a:endParaRPr lang="zh-CN" altLang="en-US" sz="1400" dirty="0">
                <a:solidFill>
                  <a:srgbClr val="BD9F68"/>
                </a:solidFill>
                <a:latin typeface="+mn-ea"/>
              </a:endParaRPr>
            </a:p>
          </p:txBody>
        </p:sp>
        <p:sp>
          <p:nvSpPr>
            <p:cNvPr id="53" name="矩形 52"/>
            <p:cNvSpPr/>
            <p:nvPr/>
          </p:nvSpPr>
          <p:spPr>
            <a:xfrm>
              <a:off x="9613807" y="5622392"/>
              <a:ext cx="1997628" cy="4140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rgbClr val="A6A6A6"/>
                  </a:solidFill>
                  <a:latin typeface="+mn-ea"/>
                </a:rPr>
                <a:t>R:166 G:166 B:166</a:t>
              </a:r>
              <a:endParaRPr lang="zh-CN" altLang="en-US" sz="1400" dirty="0">
                <a:solidFill>
                  <a:srgbClr val="A6A6A6"/>
                </a:solidFill>
                <a:latin typeface="+mn-ea"/>
              </a:endParaRPr>
            </a:p>
          </p:txBody>
        </p:sp>
        <p:sp>
          <p:nvSpPr>
            <p:cNvPr id="54" name="矩形 53"/>
            <p:cNvSpPr/>
            <p:nvPr/>
          </p:nvSpPr>
          <p:spPr>
            <a:xfrm>
              <a:off x="7744676" y="5632109"/>
              <a:ext cx="1997628" cy="4140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rgbClr val="C55A11"/>
                  </a:solidFill>
                  <a:latin typeface="+mn-ea"/>
                </a:rPr>
                <a:t>R:197 G:90 B:17</a:t>
              </a:r>
              <a:endParaRPr lang="zh-CN" altLang="en-US" sz="1400" dirty="0">
                <a:solidFill>
                  <a:srgbClr val="C55A11"/>
                </a:solidFill>
                <a:latin typeface="+mn-ea"/>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文本框 39"/>
          <p:cNvSpPr txBox="1"/>
          <p:nvPr/>
        </p:nvSpPr>
        <p:spPr>
          <a:xfrm>
            <a:off x="608401" y="1544120"/>
            <a:ext cx="1414640" cy="830997"/>
          </a:xfrm>
          <a:prstGeom prst="rect">
            <a:avLst/>
          </a:prstGeom>
          <a:noFill/>
        </p:spPr>
        <p:txBody>
          <a:bodyPr wrap="square">
            <a:spAutoFit/>
          </a:bodyPr>
          <a:lstStyle/>
          <a:p>
            <a:pPr algn="ctr"/>
            <a:r>
              <a:rPr lang="zh-CN" altLang="en-US" sz="2400" b="1" dirty="0">
                <a:latin typeface="+mn-ea"/>
                <a:cs typeface="Times New Roman" panose="02020503050405090304" pitchFamily="18" charset="0"/>
              </a:rPr>
              <a:t>单色</a:t>
            </a:r>
            <a:endParaRPr lang="en-US" altLang="zh-CN" sz="2400" b="1" dirty="0">
              <a:latin typeface="+mn-ea"/>
              <a:cs typeface="Times New Roman" panose="02020503050405090304" pitchFamily="18" charset="0"/>
            </a:endParaRPr>
          </a:p>
          <a:p>
            <a:pPr algn="ctr"/>
            <a:r>
              <a:rPr lang="zh-CN" altLang="en-US" sz="2400" b="1" dirty="0">
                <a:latin typeface="+mn-ea"/>
                <a:cs typeface="Times New Roman" panose="02020503050405090304" pitchFamily="18" charset="0"/>
              </a:rPr>
              <a:t>单线</a:t>
            </a:r>
            <a:endParaRPr lang="en-US" altLang="zh-CN" sz="1600" dirty="0">
              <a:effectLst/>
              <a:latin typeface="+mn-ea"/>
              <a:cs typeface="Times New Roman" panose="02020503050405090304" pitchFamily="18" charset="0"/>
            </a:endParaRPr>
          </a:p>
        </p:txBody>
      </p:sp>
      <p:sp>
        <p:nvSpPr>
          <p:cNvPr id="3" name="文本占位符 2"/>
          <p:cNvSpPr>
            <a:spLocks noGrp="1"/>
          </p:cNvSpPr>
          <p:nvPr>
            <p:ph type="body" sz="quarter" idx="10"/>
          </p:nvPr>
        </p:nvSpPr>
        <p:spPr/>
        <p:txBody>
          <a:bodyPr/>
          <a:lstStyle/>
          <a:p>
            <a:r>
              <a:rPr lang="zh-CN" altLang="en-US" dirty="0"/>
              <a:t>图标展示</a:t>
            </a:r>
            <a:endParaRPr lang="zh-CN" altLang="en-US" dirty="0"/>
          </a:p>
        </p:txBody>
      </p:sp>
      <p:sp>
        <p:nvSpPr>
          <p:cNvPr id="41" name="文本框 40"/>
          <p:cNvSpPr txBox="1"/>
          <p:nvPr/>
        </p:nvSpPr>
        <p:spPr>
          <a:xfrm>
            <a:off x="608401" y="3160250"/>
            <a:ext cx="1414640" cy="830997"/>
          </a:xfrm>
          <a:prstGeom prst="rect">
            <a:avLst/>
          </a:prstGeom>
          <a:noFill/>
        </p:spPr>
        <p:txBody>
          <a:bodyPr wrap="square">
            <a:spAutoFit/>
          </a:bodyPr>
          <a:lstStyle/>
          <a:p>
            <a:pPr algn="ctr"/>
            <a:r>
              <a:rPr lang="zh-CN" altLang="en-US" sz="2400" b="1" dirty="0">
                <a:latin typeface="+mn-ea"/>
                <a:cs typeface="Times New Roman" panose="02020503050405090304" pitchFamily="18" charset="0"/>
              </a:rPr>
              <a:t>双色</a:t>
            </a:r>
            <a:endParaRPr lang="en-US" altLang="zh-CN" sz="2400" b="1" dirty="0">
              <a:latin typeface="+mn-ea"/>
              <a:cs typeface="Times New Roman" panose="02020503050405090304" pitchFamily="18" charset="0"/>
            </a:endParaRPr>
          </a:p>
          <a:p>
            <a:pPr algn="ctr"/>
            <a:r>
              <a:rPr lang="zh-CN" altLang="en-US" sz="2400" b="1" dirty="0">
                <a:latin typeface="+mn-ea"/>
                <a:cs typeface="Times New Roman" panose="02020503050405090304" pitchFamily="18" charset="0"/>
              </a:rPr>
              <a:t>断线</a:t>
            </a:r>
            <a:endParaRPr lang="en-US" altLang="zh-CN" sz="1600" dirty="0">
              <a:effectLst/>
              <a:latin typeface="+mn-ea"/>
              <a:cs typeface="Times New Roman" panose="02020503050405090304" pitchFamily="18" charset="0"/>
            </a:endParaRPr>
          </a:p>
        </p:txBody>
      </p:sp>
      <p:sp>
        <p:nvSpPr>
          <p:cNvPr id="42" name="文本框 41"/>
          <p:cNvSpPr txBox="1"/>
          <p:nvPr/>
        </p:nvSpPr>
        <p:spPr>
          <a:xfrm>
            <a:off x="608401" y="4807140"/>
            <a:ext cx="1414640" cy="830997"/>
          </a:xfrm>
          <a:prstGeom prst="rect">
            <a:avLst/>
          </a:prstGeom>
          <a:noFill/>
        </p:spPr>
        <p:txBody>
          <a:bodyPr wrap="square">
            <a:spAutoFit/>
          </a:bodyPr>
          <a:lstStyle/>
          <a:p>
            <a:pPr algn="ctr"/>
            <a:r>
              <a:rPr lang="zh-CN" altLang="en-US" sz="2400" b="1" dirty="0">
                <a:latin typeface="+mn-ea"/>
                <a:cs typeface="Times New Roman" panose="02020503050405090304" pitchFamily="18" charset="0"/>
              </a:rPr>
              <a:t>双色</a:t>
            </a:r>
            <a:endParaRPr lang="en-US" altLang="zh-CN" sz="2400" b="1" dirty="0">
              <a:latin typeface="+mn-ea"/>
              <a:cs typeface="Times New Roman" panose="02020503050405090304" pitchFamily="18" charset="0"/>
            </a:endParaRPr>
          </a:p>
          <a:p>
            <a:pPr algn="ctr"/>
            <a:r>
              <a:rPr lang="zh-CN" altLang="en-US" sz="2400" b="1" dirty="0">
                <a:latin typeface="+mn-ea"/>
                <a:cs typeface="Times New Roman" panose="02020503050405090304" pitchFamily="18" charset="0"/>
              </a:rPr>
              <a:t>填充</a:t>
            </a:r>
            <a:endParaRPr lang="en-US" altLang="zh-CN" sz="1600" dirty="0">
              <a:effectLst/>
              <a:latin typeface="+mn-ea"/>
              <a:cs typeface="Times New Roman" panose="02020503050405090304" pitchFamily="18" charset="0"/>
            </a:endParaRPr>
          </a:p>
        </p:txBody>
      </p:sp>
      <p:grpSp>
        <p:nvGrpSpPr>
          <p:cNvPr id="76" name="组合 75"/>
          <p:cNvGrpSpPr/>
          <p:nvPr/>
        </p:nvGrpSpPr>
        <p:grpSpPr>
          <a:xfrm>
            <a:off x="2401479" y="2959137"/>
            <a:ext cx="8530681" cy="1404185"/>
            <a:chOff x="2035719" y="2991600"/>
            <a:chExt cx="8994929" cy="1480602"/>
          </a:xfrm>
        </p:grpSpPr>
        <p:pic>
          <p:nvPicPr>
            <p:cNvPr id="2" name="图片 1"/>
            <p:cNvPicPr>
              <a:picLocks noChangeAspect="1"/>
            </p:cNvPicPr>
            <p:nvPr/>
          </p:nvPicPr>
          <p:blipFill>
            <a:blip r:embed="rId1" cstate="print">
              <a:grayscl/>
              <a:extLst>
                <a:ext uri="{28A0092B-C50C-407E-A947-70E740481C1C}">
                  <a14:useLocalDpi xmlns:a14="http://schemas.microsoft.com/office/drawing/2010/main" val="0"/>
                </a:ext>
              </a:extLst>
            </a:blip>
            <a:stretch>
              <a:fillRect/>
            </a:stretch>
          </p:blipFill>
          <p:spPr>
            <a:xfrm>
              <a:off x="2046573" y="2991600"/>
              <a:ext cx="658850" cy="658850"/>
            </a:xfrm>
            <a:prstGeom prst="rect">
              <a:avLst/>
            </a:prstGeom>
          </p:spPr>
        </p:pic>
        <p:pic>
          <p:nvPicPr>
            <p:cNvPr id="6" name="图片 5"/>
            <p:cNvPicPr>
              <a:picLocks noChangeAspect="1"/>
            </p:cNvPicPr>
            <p:nvPr/>
          </p:nvPicPr>
          <p:blipFill>
            <a:blip r:embed="rId2" cstate="print">
              <a:grayscl/>
              <a:extLst>
                <a:ext uri="{28A0092B-C50C-407E-A947-70E740481C1C}">
                  <a14:useLocalDpi xmlns:a14="http://schemas.microsoft.com/office/drawing/2010/main" val="0"/>
                </a:ext>
              </a:extLst>
            </a:blip>
            <a:stretch>
              <a:fillRect/>
            </a:stretch>
          </p:blipFill>
          <p:spPr>
            <a:xfrm>
              <a:off x="10409498" y="3020335"/>
              <a:ext cx="601381" cy="601381"/>
            </a:xfrm>
            <a:prstGeom prst="rect">
              <a:avLst/>
            </a:prstGeom>
          </p:spPr>
        </p:pic>
        <p:pic>
          <p:nvPicPr>
            <p:cNvPr id="9" name="图片 8"/>
            <p:cNvPicPr>
              <a:picLocks noChangeAspect="1"/>
            </p:cNvPicPr>
            <p:nvPr/>
          </p:nvPicPr>
          <p:blipFill>
            <a:blip r:embed="rId3" cstate="print">
              <a:grayscl/>
              <a:extLst>
                <a:ext uri="{28A0092B-C50C-407E-A947-70E740481C1C}">
                  <a14:useLocalDpi xmlns:a14="http://schemas.microsoft.com/office/drawing/2010/main" val="0"/>
                </a:ext>
              </a:extLst>
            </a:blip>
            <a:stretch>
              <a:fillRect/>
            </a:stretch>
          </p:blipFill>
          <p:spPr>
            <a:xfrm>
              <a:off x="8561004" y="3000283"/>
              <a:ext cx="641485" cy="641485"/>
            </a:xfrm>
            <a:prstGeom prst="rect">
              <a:avLst/>
            </a:prstGeom>
          </p:spPr>
        </p:pic>
        <p:pic>
          <p:nvPicPr>
            <p:cNvPr id="12" name="图片 11"/>
            <p:cNvPicPr>
              <a:picLocks noChangeAspect="1"/>
            </p:cNvPicPr>
            <p:nvPr/>
          </p:nvPicPr>
          <p:blipFill>
            <a:blip r:embed="rId4" cstate="print">
              <a:grayscl/>
              <a:extLst>
                <a:ext uri="{28A0092B-C50C-407E-A947-70E740481C1C}">
                  <a14:useLocalDpi xmlns:a14="http://schemas.microsoft.com/office/drawing/2010/main" val="0"/>
                </a:ext>
              </a:extLst>
            </a:blip>
            <a:stretch>
              <a:fillRect/>
            </a:stretch>
          </p:blipFill>
          <p:spPr>
            <a:xfrm>
              <a:off x="7622066" y="2991600"/>
              <a:ext cx="658850" cy="658850"/>
            </a:xfrm>
            <a:prstGeom prst="rect">
              <a:avLst/>
            </a:prstGeom>
          </p:spPr>
        </p:pic>
        <p:pic>
          <p:nvPicPr>
            <p:cNvPr id="18" name="图片 17"/>
            <p:cNvPicPr>
              <a:picLocks noChangeAspect="1"/>
            </p:cNvPicPr>
            <p:nvPr/>
          </p:nvPicPr>
          <p:blipFill>
            <a:blip r:embed="rId5" cstate="print">
              <a:grayscl/>
              <a:extLst>
                <a:ext uri="{28A0092B-C50C-407E-A947-70E740481C1C}">
                  <a14:useLocalDpi xmlns:a14="http://schemas.microsoft.com/office/drawing/2010/main" val="0"/>
                </a:ext>
              </a:extLst>
            </a:blip>
            <a:stretch>
              <a:fillRect/>
            </a:stretch>
          </p:blipFill>
          <p:spPr>
            <a:xfrm>
              <a:off x="5761242" y="2991600"/>
              <a:ext cx="658850" cy="658850"/>
            </a:xfrm>
            <a:prstGeom prst="rect">
              <a:avLst/>
            </a:prstGeom>
          </p:spPr>
        </p:pic>
        <p:pic>
          <p:nvPicPr>
            <p:cNvPr id="21" name="图片 20"/>
            <p:cNvPicPr>
              <a:picLocks noChangeAspect="1"/>
            </p:cNvPicPr>
            <p:nvPr/>
          </p:nvPicPr>
          <p:blipFill>
            <a:blip r:embed="rId6" cstate="print">
              <a:grayscl/>
              <a:extLst>
                <a:ext uri="{28A0092B-C50C-407E-A947-70E740481C1C}">
                  <a14:useLocalDpi xmlns:a14="http://schemas.microsoft.com/office/drawing/2010/main" val="0"/>
                </a:ext>
              </a:extLst>
            </a:blip>
            <a:stretch>
              <a:fillRect/>
            </a:stretch>
          </p:blipFill>
          <p:spPr>
            <a:xfrm>
              <a:off x="4822304" y="2991600"/>
              <a:ext cx="658850" cy="658850"/>
            </a:xfrm>
            <a:prstGeom prst="rect">
              <a:avLst/>
            </a:prstGeom>
          </p:spPr>
        </p:pic>
        <p:pic>
          <p:nvPicPr>
            <p:cNvPr id="24" name="图片 23"/>
            <p:cNvPicPr>
              <a:picLocks noChangeAspect="1"/>
            </p:cNvPicPr>
            <p:nvPr/>
          </p:nvPicPr>
          <p:blipFill>
            <a:blip r:embed="rId7" cstate="print">
              <a:grayscl/>
              <a:extLst>
                <a:ext uri="{28A0092B-C50C-407E-A947-70E740481C1C}">
                  <a14:useLocalDpi xmlns:a14="http://schemas.microsoft.com/office/drawing/2010/main" val="0"/>
                </a:ext>
              </a:extLst>
            </a:blip>
            <a:stretch>
              <a:fillRect/>
            </a:stretch>
          </p:blipFill>
          <p:spPr>
            <a:xfrm>
              <a:off x="2985511" y="3012142"/>
              <a:ext cx="617767" cy="617767"/>
            </a:xfrm>
            <a:prstGeom prst="rect">
              <a:avLst/>
            </a:prstGeom>
          </p:spPr>
        </p:pic>
        <p:pic>
          <p:nvPicPr>
            <p:cNvPr id="30" name="图片 29"/>
            <p:cNvPicPr>
              <a:picLocks noChangeAspect="1"/>
            </p:cNvPicPr>
            <p:nvPr/>
          </p:nvPicPr>
          <p:blipFill>
            <a:blip r:embed="rId8" cstate="print">
              <a:grayscl/>
              <a:extLst>
                <a:ext uri="{28A0092B-C50C-407E-A947-70E740481C1C}">
                  <a14:useLocalDpi xmlns:a14="http://schemas.microsoft.com/office/drawing/2010/main" val="0"/>
                </a:ext>
              </a:extLst>
            </a:blip>
            <a:stretch>
              <a:fillRect/>
            </a:stretch>
          </p:blipFill>
          <p:spPr>
            <a:xfrm>
              <a:off x="6700180" y="3000126"/>
              <a:ext cx="641798" cy="641798"/>
            </a:xfrm>
            <a:prstGeom prst="rect">
              <a:avLst/>
            </a:prstGeom>
          </p:spPr>
        </p:pic>
        <p:pic>
          <p:nvPicPr>
            <p:cNvPr id="33" name="图片 32"/>
            <p:cNvPicPr>
              <a:picLocks noChangeAspect="1"/>
            </p:cNvPicPr>
            <p:nvPr/>
          </p:nvPicPr>
          <p:blipFill>
            <a:blip r:embed="rId9" cstate="print">
              <a:grayscl/>
              <a:extLst>
                <a:ext uri="{28A0092B-C50C-407E-A947-70E740481C1C}">
                  <a14:useLocalDpi xmlns:a14="http://schemas.microsoft.com/office/drawing/2010/main" val="0"/>
                </a:ext>
              </a:extLst>
            </a:blip>
            <a:stretch>
              <a:fillRect/>
            </a:stretch>
          </p:blipFill>
          <p:spPr>
            <a:xfrm>
              <a:off x="3883366" y="2991600"/>
              <a:ext cx="658850" cy="658850"/>
            </a:xfrm>
            <a:prstGeom prst="rect">
              <a:avLst/>
            </a:prstGeom>
          </p:spPr>
        </p:pic>
        <p:pic>
          <p:nvPicPr>
            <p:cNvPr id="39" name="图片 38"/>
            <p:cNvPicPr>
              <a:picLocks noChangeAspect="1"/>
            </p:cNvPicPr>
            <p:nvPr/>
          </p:nvPicPr>
          <p:blipFill>
            <a:blip r:embed="rId10" cstate="print">
              <a:grayscl/>
              <a:extLst>
                <a:ext uri="{28A0092B-C50C-407E-A947-70E740481C1C}">
                  <a14:useLocalDpi xmlns:a14="http://schemas.microsoft.com/office/drawing/2010/main" val="0"/>
                </a:ext>
              </a:extLst>
            </a:blip>
            <a:stretch>
              <a:fillRect/>
            </a:stretch>
          </p:blipFill>
          <p:spPr>
            <a:xfrm>
              <a:off x="9482577" y="2997608"/>
              <a:ext cx="646835" cy="646835"/>
            </a:xfrm>
            <a:prstGeom prst="rect">
              <a:avLst/>
            </a:prstGeom>
          </p:spPr>
        </p:pic>
        <p:pic>
          <p:nvPicPr>
            <p:cNvPr id="45" name="图片 44"/>
            <p:cNvPicPr>
              <a:picLocks noChangeAspect="1"/>
            </p:cNvPicPr>
            <p:nvPr/>
          </p:nvPicPr>
          <p:blipFill>
            <a:blip r:embed="rId11" cstate="print">
              <a:grayscl/>
              <a:extLst>
                <a:ext uri="{28A0092B-C50C-407E-A947-70E740481C1C}">
                  <a14:useLocalDpi xmlns:a14="http://schemas.microsoft.com/office/drawing/2010/main" val="0"/>
                </a:ext>
              </a:extLst>
            </a:blip>
            <a:stretch>
              <a:fillRect/>
            </a:stretch>
          </p:blipFill>
          <p:spPr>
            <a:xfrm>
              <a:off x="5815709" y="3771104"/>
              <a:ext cx="646835" cy="646835"/>
            </a:xfrm>
            <a:prstGeom prst="rect">
              <a:avLst/>
            </a:prstGeom>
          </p:spPr>
        </p:pic>
        <p:pic>
          <p:nvPicPr>
            <p:cNvPr id="48" name="图片 47"/>
            <p:cNvPicPr>
              <a:picLocks noChangeAspect="1"/>
            </p:cNvPicPr>
            <p:nvPr/>
          </p:nvPicPr>
          <p:blipFill>
            <a:blip r:embed="rId12" cstate="print">
              <a:grayscl/>
              <a:extLst>
                <a:ext uri="{28A0092B-C50C-407E-A947-70E740481C1C}">
                  <a14:useLocalDpi xmlns:a14="http://schemas.microsoft.com/office/drawing/2010/main" val="0"/>
                </a:ext>
              </a:extLst>
            </a:blip>
            <a:stretch>
              <a:fillRect/>
            </a:stretch>
          </p:blipFill>
          <p:spPr>
            <a:xfrm>
              <a:off x="2963808" y="3754242"/>
              <a:ext cx="680558" cy="680558"/>
            </a:xfrm>
            <a:prstGeom prst="rect">
              <a:avLst/>
            </a:prstGeom>
          </p:spPr>
        </p:pic>
        <p:pic>
          <p:nvPicPr>
            <p:cNvPr id="51" name="图片 50"/>
            <p:cNvPicPr>
              <a:picLocks noChangeAspect="1"/>
            </p:cNvPicPr>
            <p:nvPr/>
          </p:nvPicPr>
          <p:blipFill>
            <a:blip r:embed="rId13" cstate="print">
              <a:grayscl/>
              <a:extLst>
                <a:ext uri="{28A0092B-C50C-407E-A947-70E740481C1C}">
                  <a14:useLocalDpi xmlns:a14="http://schemas.microsoft.com/office/drawing/2010/main" val="0"/>
                </a:ext>
              </a:extLst>
            </a:blip>
            <a:stretch>
              <a:fillRect/>
            </a:stretch>
          </p:blipFill>
          <p:spPr>
            <a:xfrm>
              <a:off x="2035719" y="3754242"/>
              <a:ext cx="680558" cy="680558"/>
            </a:xfrm>
            <a:prstGeom prst="rect">
              <a:avLst/>
            </a:prstGeom>
          </p:spPr>
        </p:pic>
        <p:pic>
          <p:nvPicPr>
            <p:cNvPr id="54" name="图片 53"/>
            <p:cNvPicPr>
              <a:picLocks noChangeAspect="1"/>
            </p:cNvPicPr>
            <p:nvPr/>
          </p:nvPicPr>
          <p:blipFill>
            <a:blip r:embed="rId14" cstate="print">
              <a:grayscl/>
              <a:extLst>
                <a:ext uri="{28A0092B-C50C-407E-A947-70E740481C1C}">
                  <a14:useLocalDpi xmlns:a14="http://schemas.microsoft.com/office/drawing/2010/main" val="0"/>
                </a:ext>
              </a:extLst>
            </a:blip>
            <a:stretch>
              <a:fillRect/>
            </a:stretch>
          </p:blipFill>
          <p:spPr>
            <a:xfrm>
              <a:off x="4853803" y="3737334"/>
              <a:ext cx="714375" cy="714375"/>
            </a:xfrm>
            <a:prstGeom prst="rect">
              <a:avLst/>
            </a:prstGeom>
          </p:spPr>
        </p:pic>
        <p:pic>
          <p:nvPicPr>
            <p:cNvPr id="57" name="图片 56"/>
            <p:cNvPicPr>
              <a:picLocks noChangeAspect="1"/>
            </p:cNvPicPr>
            <p:nvPr/>
          </p:nvPicPr>
          <p:blipFill>
            <a:blip r:embed="rId15" cstate="print">
              <a:grayscl/>
              <a:extLst>
                <a:ext uri="{28A0092B-C50C-407E-A947-70E740481C1C}">
                  <a14:useLocalDpi xmlns:a14="http://schemas.microsoft.com/office/drawing/2010/main" val="0"/>
                </a:ext>
              </a:extLst>
            </a:blip>
            <a:stretch>
              <a:fillRect/>
            </a:stretch>
          </p:blipFill>
          <p:spPr>
            <a:xfrm>
              <a:off x="3891897" y="3737334"/>
              <a:ext cx="714375" cy="714375"/>
            </a:xfrm>
            <a:prstGeom prst="rect">
              <a:avLst/>
            </a:prstGeom>
          </p:spPr>
        </p:pic>
        <p:pic>
          <p:nvPicPr>
            <p:cNvPr id="60" name="图片 59"/>
            <p:cNvPicPr>
              <a:picLocks noChangeAspect="1"/>
            </p:cNvPicPr>
            <p:nvPr/>
          </p:nvPicPr>
          <p:blipFill>
            <a:blip r:embed="rId16" cstate="print">
              <a:grayscl/>
              <a:extLst>
                <a:ext uri="{28A0092B-C50C-407E-A947-70E740481C1C}">
                  <a14:useLocalDpi xmlns:a14="http://schemas.microsoft.com/office/drawing/2010/main" val="0"/>
                </a:ext>
              </a:extLst>
            </a:blip>
            <a:stretch>
              <a:fillRect/>
            </a:stretch>
          </p:blipFill>
          <p:spPr>
            <a:xfrm>
              <a:off x="7592771" y="3805958"/>
              <a:ext cx="577127" cy="577127"/>
            </a:xfrm>
            <a:prstGeom prst="rect">
              <a:avLst/>
            </a:prstGeom>
          </p:spPr>
        </p:pic>
        <p:pic>
          <p:nvPicPr>
            <p:cNvPr id="63" name="图片 62"/>
            <p:cNvPicPr>
              <a:picLocks noChangeAspect="1"/>
            </p:cNvPicPr>
            <p:nvPr/>
          </p:nvPicPr>
          <p:blipFill>
            <a:blip r:embed="rId17" cstate="print">
              <a:grayscl/>
              <a:extLst>
                <a:ext uri="{28A0092B-C50C-407E-A947-70E740481C1C}">
                  <a14:useLocalDpi xmlns:a14="http://schemas.microsoft.com/office/drawing/2010/main" val="0"/>
                </a:ext>
              </a:extLst>
            </a:blip>
            <a:stretch>
              <a:fillRect/>
            </a:stretch>
          </p:blipFill>
          <p:spPr>
            <a:xfrm>
              <a:off x="6710075" y="3776939"/>
              <a:ext cx="635165" cy="635165"/>
            </a:xfrm>
            <a:prstGeom prst="rect">
              <a:avLst/>
            </a:prstGeom>
          </p:spPr>
        </p:pic>
        <p:pic>
          <p:nvPicPr>
            <p:cNvPr id="66" name="图片 65"/>
            <p:cNvPicPr>
              <a:picLocks noChangeAspect="1"/>
            </p:cNvPicPr>
            <p:nvPr/>
          </p:nvPicPr>
          <p:blipFill>
            <a:blip r:embed="rId18" cstate="print">
              <a:grayscl/>
              <a:extLst>
                <a:ext uri="{28A0092B-C50C-407E-A947-70E740481C1C}">
                  <a14:useLocalDpi xmlns:a14="http://schemas.microsoft.com/office/drawing/2010/main" val="0"/>
                </a:ext>
              </a:extLst>
            </a:blip>
            <a:stretch>
              <a:fillRect/>
            </a:stretch>
          </p:blipFill>
          <p:spPr>
            <a:xfrm>
              <a:off x="10389728" y="3774061"/>
              <a:ext cx="640920" cy="640920"/>
            </a:xfrm>
            <a:prstGeom prst="rect">
              <a:avLst/>
            </a:prstGeom>
          </p:spPr>
        </p:pic>
        <p:pic>
          <p:nvPicPr>
            <p:cNvPr id="69" name="图片 68"/>
            <p:cNvPicPr>
              <a:picLocks noChangeAspect="1"/>
            </p:cNvPicPr>
            <p:nvPr/>
          </p:nvPicPr>
          <p:blipFill>
            <a:blip r:embed="rId19" cstate="print">
              <a:grayscl/>
              <a:extLst>
                <a:ext uri="{28A0092B-C50C-407E-A947-70E740481C1C}">
                  <a14:useLocalDpi xmlns:a14="http://schemas.microsoft.com/office/drawing/2010/main" val="0"/>
                </a:ext>
              </a:extLst>
            </a:blip>
            <a:stretch>
              <a:fillRect/>
            </a:stretch>
          </p:blipFill>
          <p:spPr>
            <a:xfrm>
              <a:off x="9386833" y="3716840"/>
              <a:ext cx="755362" cy="755362"/>
            </a:xfrm>
            <a:prstGeom prst="rect">
              <a:avLst/>
            </a:prstGeom>
          </p:spPr>
        </p:pic>
        <p:pic>
          <p:nvPicPr>
            <p:cNvPr id="72" name="图片 71"/>
            <p:cNvPicPr>
              <a:picLocks noChangeAspect="1"/>
            </p:cNvPicPr>
            <p:nvPr/>
          </p:nvPicPr>
          <p:blipFill>
            <a:blip r:embed="rId20" cstate="print">
              <a:grayscl/>
              <a:extLst>
                <a:ext uri="{28A0092B-C50C-407E-A947-70E740481C1C}">
                  <a14:useLocalDpi xmlns:a14="http://schemas.microsoft.com/office/drawing/2010/main" val="0"/>
                </a:ext>
              </a:extLst>
            </a:blip>
            <a:stretch>
              <a:fillRect/>
            </a:stretch>
          </p:blipFill>
          <p:spPr>
            <a:xfrm>
              <a:off x="8417429" y="3733585"/>
              <a:ext cx="721873" cy="721873"/>
            </a:xfrm>
            <a:prstGeom prst="rect">
              <a:avLst/>
            </a:prstGeom>
          </p:spPr>
        </p:pic>
      </p:grpSp>
      <p:grpSp>
        <p:nvGrpSpPr>
          <p:cNvPr id="77" name="组合 76"/>
          <p:cNvGrpSpPr/>
          <p:nvPr/>
        </p:nvGrpSpPr>
        <p:grpSpPr>
          <a:xfrm>
            <a:off x="2401479" y="4666335"/>
            <a:ext cx="8539183" cy="1329991"/>
            <a:chOff x="2035719" y="4811086"/>
            <a:chExt cx="9003894" cy="1402370"/>
          </a:xfrm>
        </p:grpSpPr>
        <p:pic>
          <p:nvPicPr>
            <p:cNvPr id="4" name="图片 3"/>
            <p:cNvPicPr>
              <a:picLocks noChangeAspect="1"/>
            </p:cNvPicPr>
            <p:nvPr/>
          </p:nvPicPr>
          <p:blipFill>
            <a:blip r:embed="rId21" cstate="print">
              <a:grayscl/>
              <a:extLst>
                <a:ext uri="{28A0092B-C50C-407E-A947-70E740481C1C}">
                  <a14:useLocalDpi xmlns:a14="http://schemas.microsoft.com/office/drawing/2010/main" val="0"/>
                </a:ext>
              </a:extLst>
            </a:blip>
            <a:stretch>
              <a:fillRect/>
            </a:stretch>
          </p:blipFill>
          <p:spPr>
            <a:xfrm>
              <a:off x="2046573" y="4811086"/>
              <a:ext cx="658850" cy="658850"/>
            </a:xfrm>
            <a:prstGeom prst="rect">
              <a:avLst/>
            </a:prstGeom>
          </p:spPr>
        </p:pic>
        <p:pic>
          <p:nvPicPr>
            <p:cNvPr id="7" name="图片 6"/>
            <p:cNvPicPr>
              <a:picLocks noChangeAspect="1"/>
            </p:cNvPicPr>
            <p:nvPr/>
          </p:nvPicPr>
          <p:blipFill>
            <a:blip r:embed="rId22" cstate="print">
              <a:grayscl/>
              <a:extLst>
                <a:ext uri="{28A0092B-C50C-407E-A947-70E740481C1C}">
                  <a14:useLocalDpi xmlns:a14="http://schemas.microsoft.com/office/drawing/2010/main" val="0"/>
                </a:ext>
              </a:extLst>
            </a:blip>
            <a:stretch>
              <a:fillRect/>
            </a:stretch>
          </p:blipFill>
          <p:spPr>
            <a:xfrm>
              <a:off x="10380763" y="4811086"/>
              <a:ext cx="658850" cy="658850"/>
            </a:xfrm>
            <a:prstGeom prst="rect">
              <a:avLst/>
            </a:prstGeom>
          </p:spPr>
        </p:pic>
        <p:pic>
          <p:nvPicPr>
            <p:cNvPr id="10" name="图片 9"/>
            <p:cNvPicPr>
              <a:picLocks noChangeAspect="1"/>
            </p:cNvPicPr>
            <p:nvPr/>
          </p:nvPicPr>
          <p:blipFill>
            <a:blip r:embed="rId23" cstate="print">
              <a:grayscl/>
              <a:extLst>
                <a:ext uri="{28A0092B-C50C-407E-A947-70E740481C1C}">
                  <a14:useLocalDpi xmlns:a14="http://schemas.microsoft.com/office/drawing/2010/main" val="0"/>
                </a:ext>
              </a:extLst>
            </a:blip>
            <a:stretch>
              <a:fillRect/>
            </a:stretch>
          </p:blipFill>
          <p:spPr>
            <a:xfrm>
              <a:off x="8538653" y="4819769"/>
              <a:ext cx="641485" cy="641485"/>
            </a:xfrm>
            <a:prstGeom prst="rect">
              <a:avLst/>
            </a:prstGeom>
          </p:spPr>
        </p:pic>
        <p:pic>
          <p:nvPicPr>
            <p:cNvPr id="13" name="图片 12"/>
            <p:cNvPicPr>
              <a:picLocks noChangeAspect="1"/>
            </p:cNvPicPr>
            <p:nvPr/>
          </p:nvPicPr>
          <p:blipFill>
            <a:blip r:embed="rId24" cstate="print">
              <a:grayscl/>
              <a:extLst>
                <a:ext uri="{28A0092B-C50C-407E-A947-70E740481C1C}">
                  <a14:useLocalDpi xmlns:a14="http://schemas.microsoft.com/office/drawing/2010/main" val="0"/>
                </a:ext>
              </a:extLst>
            </a:blip>
            <a:stretch>
              <a:fillRect/>
            </a:stretch>
          </p:blipFill>
          <p:spPr>
            <a:xfrm>
              <a:off x="7602908" y="4811086"/>
              <a:ext cx="658850" cy="658850"/>
            </a:xfrm>
            <a:prstGeom prst="rect">
              <a:avLst/>
            </a:prstGeom>
          </p:spPr>
        </p:pic>
        <p:pic>
          <p:nvPicPr>
            <p:cNvPr id="19" name="图片 18"/>
            <p:cNvPicPr>
              <a:picLocks noChangeAspect="1"/>
            </p:cNvPicPr>
            <p:nvPr/>
          </p:nvPicPr>
          <p:blipFill>
            <a:blip r:embed="rId25" cstate="print">
              <a:grayscl/>
              <a:extLst>
                <a:ext uri="{28A0092B-C50C-407E-A947-70E740481C1C}">
                  <a14:useLocalDpi xmlns:a14="http://schemas.microsoft.com/office/drawing/2010/main" val="0"/>
                </a:ext>
              </a:extLst>
            </a:blip>
            <a:stretch>
              <a:fillRect/>
            </a:stretch>
          </p:blipFill>
          <p:spPr>
            <a:xfrm>
              <a:off x="5748470" y="4811086"/>
              <a:ext cx="658850" cy="658850"/>
            </a:xfrm>
            <a:prstGeom prst="rect">
              <a:avLst/>
            </a:prstGeom>
          </p:spPr>
        </p:pic>
        <p:pic>
          <p:nvPicPr>
            <p:cNvPr id="22" name="图片 21"/>
            <p:cNvPicPr>
              <a:picLocks noChangeAspect="1"/>
            </p:cNvPicPr>
            <p:nvPr/>
          </p:nvPicPr>
          <p:blipFill>
            <a:blip r:embed="rId26" cstate="print">
              <a:grayscl/>
              <a:extLst>
                <a:ext uri="{28A0092B-C50C-407E-A947-70E740481C1C}">
                  <a14:useLocalDpi xmlns:a14="http://schemas.microsoft.com/office/drawing/2010/main" val="0"/>
                </a:ext>
              </a:extLst>
            </a:blip>
            <a:stretch>
              <a:fillRect/>
            </a:stretch>
          </p:blipFill>
          <p:spPr>
            <a:xfrm>
              <a:off x="4812725" y="4811086"/>
              <a:ext cx="658850" cy="658850"/>
            </a:xfrm>
            <a:prstGeom prst="rect">
              <a:avLst/>
            </a:prstGeom>
          </p:spPr>
        </p:pic>
        <p:pic>
          <p:nvPicPr>
            <p:cNvPr id="25" name="图片 24"/>
            <p:cNvPicPr>
              <a:picLocks noChangeAspect="1"/>
            </p:cNvPicPr>
            <p:nvPr/>
          </p:nvPicPr>
          <p:blipFill>
            <a:blip r:embed="rId27" cstate="print">
              <a:grayscl/>
              <a:extLst>
                <a:ext uri="{28A0092B-C50C-407E-A947-70E740481C1C}">
                  <a14:useLocalDpi xmlns:a14="http://schemas.microsoft.com/office/drawing/2010/main" val="0"/>
                </a:ext>
              </a:extLst>
            </a:blip>
            <a:stretch>
              <a:fillRect/>
            </a:stretch>
          </p:blipFill>
          <p:spPr>
            <a:xfrm>
              <a:off x="2982318" y="4831628"/>
              <a:ext cx="617767" cy="617767"/>
            </a:xfrm>
            <a:prstGeom prst="rect">
              <a:avLst/>
            </a:prstGeom>
          </p:spPr>
        </p:pic>
        <p:pic>
          <p:nvPicPr>
            <p:cNvPr id="31" name="图片 30"/>
            <p:cNvPicPr>
              <a:picLocks noChangeAspect="1"/>
            </p:cNvPicPr>
            <p:nvPr/>
          </p:nvPicPr>
          <p:blipFill>
            <a:blip r:embed="rId28" cstate="print">
              <a:grayscl/>
              <a:extLst>
                <a:ext uri="{28A0092B-C50C-407E-A947-70E740481C1C}">
                  <a14:useLocalDpi xmlns:a14="http://schemas.microsoft.com/office/drawing/2010/main" val="0"/>
                </a:ext>
              </a:extLst>
            </a:blip>
            <a:stretch>
              <a:fillRect/>
            </a:stretch>
          </p:blipFill>
          <p:spPr>
            <a:xfrm>
              <a:off x="6684215" y="4819612"/>
              <a:ext cx="641798" cy="641798"/>
            </a:xfrm>
            <a:prstGeom prst="rect">
              <a:avLst/>
            </a:prstGeom>
          </p:spPr>
        </p:pic>
        <p:pic>
          <p:nvPicPr>
            <p:cNvPr id="34" name="图片 33"/>
            <p:cNvPicPr>
              <a:picLocks noChangeAspect="1"/>
            </p:cNvPicPr>
            <p:nvPr/>
          </p:nvPicPr>
          <p:blipFill>
            <a:blip r:embed="rId29" cstate="print">
              <a:grayscl/>
              <a:extLst>
                <a:ext uri="{28A0092B-C50C-407E-A947-70E740481C1C}">
                  <a14:useLocalDpi xmlns:a14="http://schemas.microsoft.com/office/drawing/2010/main" val="0"/>
                </a:ext>
              </a:extLst>
            </a:blip>
            <a:stretch>
              <a:fillRect/>
            </a:stretch>
          </p:blipFill>
          <p:spPr>
            <a:xfrm>
              <a:off x="3876980" y="4811086"/>
              <a:ext cx="658850" cy="658850"/>
            </a:xfrm>
            <a:prstGeom prst="rect">
              <a:avLst/>
            </a:prstGeom>
          </p:spPr>
        </p:pic>
        <p:pic>
          <p:nvPicPr>
            <p:cNvPr id="43" name="图片 42"/>
            <p:cNvPicPr>
              <a:picLocks noChangeAspect="1"/>
            </p:cNvPicPr>
            <p:nvPr/>
          </p:nvPicPr>
          <p:blipFill>
            <a:blip r:embed="rId30" cstate="print">
              <a:grayscl/>
              <a:extLst>
                <a:ext uri="{28A0092B-C50C-407E-A947-70E740481C1C}">
                  <a14:useLocalDpi xmlns:a14="http://schemas.microsoft.com/office/drawing/2010/main" val="0"/>
                </a:ext>
              </a:extLst>
            </a:blip>
            <a:stretch>
              <a:fillRect/>
            </a:stretch>
          </p:blipFill>
          <p:spPr>
            <a:xfrm>
              <a:off x="9457033" y="4817094"/>
              <a:ext cx="646835" cy="646835"/>
            </a:xfrm>
            <a:prstGeom prst="rect">
              <a:avLst/>
            </a:prstGeom>
          </p:spPr>
        </p:pic>
        <p:pic>
          <p:nvPicPr>
            <p:cNvPr id="46" name="图片 45"/>
            <p:cNvPicPr>
              <a:picLocks noChangeAspect="1"/>
            </p:cNvPicPr>
            <p:nvPr/>
          </p:nvPicPr>
          <p:blipFill>
            <a:blip r:embed="rId31" cstate="print">
              <a:grayscl/>
              <a:extLst>
                <a:ext uri="{28A0092B-C50C-407E-A947-70E740481C1C}">
                  <a14:useLocalDpi xmlns:a14="http://schemas.microsoft.com/office/drawing/2010/main" val="0"/>
                </a:ext>
              </a:extLst>
            </a:blip>
            <a:stretch>
              <a:fillRect/>
            </a:stretch>
          </p:blipFill>
          <p:spPr>
            <a:xfrm>
              <a:off x="5815709" y="5512358"/>
              <a:ext cx="646835" cy="646835"/>
            </a:xfrm>
            <a:prstGeom prst="rect">
              <a:avLst/>
            </a:prstGeom>
          </p:spPr>
        </p:pic>
        <p:pic>
          <p:nvPicPr>
            <p:cNvPr id="49" name="图片 48"/>
            <p:cNvPicPr>
              <a:picLocks noChangeAspect="1"/>
            </p:cNvPicPr>
            <p:nvPr/>
          </p:nvPicPr>
          <p:blipFill>
            <a:blip r:embed="rId32" cstate="print">
              <a:grayscl/>
              <a:extLst>
                <a:ext uri="{28A0092B-C50C-407E-A947-70E740481C1C}">
                  <a14:useLocalDpi xmlns:a14="http://schemas.microsoft.com/office/drawing/2010/main" val="0"/>
                </a:ext>
              </a:extLst>
            </a:blip>
            <a:stretch>
              <a:fillRect/>
            </a:stretch>
          </p:blipFill>
          <p:spPr>
            <a:xfrm>
              <a:off x="2963808" y="5495496"/>
              <a:ext cx="680558" cy="680558"/>
            </a:xfrm>
            <a:prstGeom prst="rect">
              <a:avLst/>
            </a:prstGeom>
          </p:spPr>
        </p:pic>
        <p:pic>
          <p:nvPicPr>
            <p:cNvPr id="52" name="图片 51"/>
            <p:cNvPicPr>
              <a:picLocks noChangeAspect="1"/>
            </p:cNvPicPr>
            <p:nvPr/>
          </p:nvPicPr>
          <p:blipFill>
            <a:blip r:embed="rId33" cstate="print">
              <a:grayscl/>
              <a:extLst>
                <a:ext uri="{28A0092B-C50C-407E-A947-70E740481C1C}">
                  <a14:useLocalDpi xmlns:a14="http://schemas.microsoft.com/office/drawing/2010/main" val="0"/>
                </a:ext>
              </a:extLst>
            </a:blip>
            <a:stretch>
              <a:fillRect/>
            </a:stretch>
          </p:blipFill>
          <p:spPr>
            <a:xfrm>
              <a:off x="2035719" y="5495496"/>
              <a:ext cx="680558" cy="680558"/>
            </a:xfrm>
            <a:prstGeom prst="rect">
              <a:avLst/>
            </a:prstGeom>
          </p:spPr>
        </p:pic>
        <p:pic>
          <p:nvPicPr>
            <p:cNvPr id="55" name="图片 54"/>
            <p:cNvPicPr>
              <a:picLocks noChangeAspect="1"/>
            </p:cNvPicPr>
            <p:nvPr/>
          </p:nvPicPr>
          <p:blipFill>
            <a:blip r:embed="rId34" cstate="print">
              <a:grayscl/>
              <a:extLst>
                <a:ext uri="{28A0092B-C50C-407E-A947-70E740481C1C}">
                  <a14:useLocalDpi xmlns:a14="http://schemas.microsoft.com/office/drawing/2010/main" val="0"/>
                </a:ext>
              </a:extLst>
            </a:blip>
            <a:stretch>
              <a:fillRect/>
            </a:stretch>
          </p:blipFill>
          <p:spPr>
            <a:xfrm>
              <a:off x="4853803" y="5478588"/>
              <a:ext cx="714375" cy="714375"/>
            </a:xfrm>
            <a:prstGeom prst="rect">
              <a:avLst/>
            </a:prstGeom>
          </p:spPr>
        </p:pic>
        <p:pic>
          <p:nvPicPr>
            <p:cNvPr id="58" name="图片 57"/>
            <p:cNvPicPr>
              <a:picLocks noChangeAspect="1"/>
            </p:cNvPicPr>
            <p:nvPr/>
          </p:nvPicPr>
          <p:blipFill>
            <a:blip r:embed="rId35" cstate="print">
              <a:grayscl/>
              <a:extLst>
                <a:ext uri="{28A0092B-C50C-407E-A947-70E740481C1C}">
                  <a14:useLocalDpi xmlns:a14="http://schemas.microsoft.com/office/drawing/2010/main" val="0"/>
                </a:ext>
              </a:extLst>
            </a:blip>
            <a:stretch>
              <a:fillRect/>
            </a:stretch>
          </p:blipFill>
          <p:spPr>
            <a:xfrm>
              <a:off x="3891897" y="5478588"/>
              <a:ext cx="714375" cy="714375"/>
            </a:xfrm>
            <a:prstGeom prst="rect">
              <a:avLst/>
            </a:prstGeom>
          </p:spPr>
        </p:pic>
        <p:pic>
          <p:nvPicPr>
            <p:cNvPr id="61" name="图片 60"/>
            <p:cNvPicPr>
              <a:picLocks noChangeAspect="1"/>
            </p:cNvPicPr>
            <p:nvPr/>
          </p:nvPicPr>
          <p:blipFill>
            <a:blip r:embed="rId36" cstate="print">
              <a:grayscl/>
              <a:extLst>
                <a:ext uri="{28A0092B-C50C-407E-A947-70E740481C1C}">
                  <a14:useLocalDpi xmlns:a14="http://schemas.microsoft.com/office/drawing/2010/main" val="0"/>
                </a:ext>
              </a:extLst>
            </a:blip>
            <a:stretch>
              <a:fillRect/>
            </a:stretch>
          </p:blipFill>
          <p:spPr>
            <a:xfrm>
              <a:off x="7592771" y="5547212"/>
              <a:ext cx="577127" cy="577127"/>
            </a:xfrm>
            <a:prstGeom prst="rect">
              <a:avLst/>
            </a:prstGeom>
          </p:spPr>
        </p:pic>
        <p:pic>
          <p:nvPicPr>
            <p:cNvPr id="64" name="图片 63"/>
            <p:cNvPicPr>
              <a:picLocks noChangeAspect="1"/>
            </p:cNvPicPr>
            <p:nvPr/>
          </p:nvPicPr>
          <p:blipFill>
            <a:blip r:embed="rId37" cstate="print">
              <a:grayscl/>
              <a:extLst>
                <a:ext uri="{28A0092B-C50C-407E-A947-70E740481C1C}">
                  <a14:useLocalDpi xmlns:a14="http://schemas.microsoft.com/office/drawing/2010/main" val="0"/>
                </a:ext>
              </a:extLst>
            </a:blip>
            <a:stretch>
              <a:fillRect/>
            </a:stretch>
          </p:blipFill>
          <p:spPr>
            <a:xfrm>
              <a:off x="6710075" y="5518193"/>
              <a:ext cx="635165" cy="635165"/>
            </a:xfrm>
            <a:prstGeom prst="rect">
              <a:avLst/>
            </a:prstGeom>
          </p:spPr>
        </p:pic>
        <p:pic>
          <p:nvPicPr>
            <p:cNvPr id="67" name="图片 66"/>
            <p:cNvPicPr>
              <a:picLocks noChangeAspect="1"/>
            </p:cNvPicPr>
            <p:nvPr/>
          </p:nvPicPr>
          <p:blipFill>
            <a:blip r:embed="rId38" cstate="print">
              <a:grayscl/>
              <a:extLst>
                <a:ext uri="{28A0092B-C50C-407E-A947-70E740481C1C}">
                  <a14:useLocalDpi xmlns:a14="http://schemas.microsoft.com/office/drawing/2010/main" val="0"/>
                </a:ext>
              </a:extLst>
            </a:blip>
            <a:stretch>
              <a:fillRect/>
            </a:stretch>
          </p:blipFill>
          <p:spPr>
            <a:xfrm>
              <a:off x="10389728" y="5515315"/>
              <a:ext cx="640920" cy="640920"/>
            </a:xfrm>
            <a:prstGeom prst="rect">
              <a:avLst/>
            </a:prstGeom>
          </p:spPr>
        </p:pic>
        <p:pic>
          <p:nvPicPr>
            <p:cNvPr id="70" name="图片 69"/>
            <p:cNvPicPr>
              <a:picLocks noChangeAspect="1"/>
            </p:cNvPicPr>
            <p:nvPr/>
          </p:nvPicPr>
          <p:blipFill>
            <a:blip r:embed="rId39" cstate="print">
              <a:grayscl/>
              <a:extLst>
                <a:ext uri="{28A0092B-C50C-407E-A947-70E740481C1C}">
                  <a14:useLocalDpi xmlns:a14="http://schemas.microsoft.com/office/drawing/2010/main" val="0"/>
                </a:ext>
              </a:extLst>
            </a:blip>
            <a:stretch>
              <a:fillRect/>
            </a:stretch>
          </p:blipFill>
          <p:spPr>
            <a:xfrm>
              <a:off x="9386833" y="5458094"/>
              <a:ext cx="755362" cy="755362"/>
            </a:xfrm>
            <a:prstGeom prst="rect">
              <a:avLst/>
            </a:prstGeom>
          </p:spPr>
        </p:pic>
        <p:pic>
          <p:nvPicPr>
            <p:cNvPr id="73" name="图片 72"/>
            <p:cNvPicPr>
              <a:picLocks noChangeAspect="1"/>
            </p:cNvPicPr>
            <p:nvPr/>
          </p:nvPicPr>
          <p:blipFill>
            <a:blip r:embed="rId40" cstate="print">
              <a:grayscl/>
              <a:extLst>
                <a:ext uri="{28A0092B-C50C-407E-A947-70E740481C1C}">
                  <a14:useLocalDpi xmlns:a14="http://schemas.microsoft.com/office/drawing/2010/main" val="0"/>
                </a:ext>
              </a:extLst>
            </a:blip>
            <a:stretch>
              <a:fillRect/>
            </a:stretch>
          </p:blipFill>
          <p:spPr>
            <a:xfrm>
              <a:off x="8417429" y="5474839"/>
              <a:ext cx="721873" cy="721873"/>
            </a:xfrm>
            <a:prstGeom prst="rect">
              <a:avLst/>
            </a:prstGeom>
          </p:spPr>
        </p:pic>
      </p:grpSp>
      <p:grpSp>
        <p:nvGrpSpPr>
          <p:cNvPr id="75" name="组合 74"/>
          <p:cNvGrpSpPr/>
          <p:nvPr/>
        </p:nvGrpSpPr>
        <p:grpSpPr>
          <a:xfrm>
            <a:off x="2401479" y="1314568"/>
            <a:ext cx="8530681" cy="1364018"/>
            <a:chOff x="2035719" y="1197751"/>
            <a:chExt cx="8994929" cy="1438249"/>
          </a:xfrm>
        </p:grpSpPr>
        <p:pic>
          <p:nvPicPr>
            <p:cNvPr id="5" name="图片 4"/>
            <p:cNvPicPr>
              <a:picLocks noChangeAspect="1"/>
            </p:cNvPicPr>
            <p:nvPr/>
          </p:nvPicPr>
          <p:blipFill>
            <a:blip r:embed="rId41" cstate="print">
              <a:grayscl/>
              <a:extLst>
                <a:ext uri="{28A0092B-C50C-407E-A947-70E740481C1C}">
                  <a14:useLocalDpi xmlns:a14="http://schemas.microsoft.com/office/drawing/2010/main" val="0"/>
                </a:ext>
              </a:extLst>
            </a:blip>
            <a:stretch>
              <a:fillRect/>
            </a:stretch>
          </p:blipFill>
          <p:spPr>
            <a:xfrm>
              <a:off x="2046573" y="1197751"/>
              <a:ext cx="658850" cy="658850"/>
            </a:xfrm>
            <a:prstGeom prst="rect">
              <a:avLst/>
            </a:prstGeom>
          </p:spPr>
        </p:pic>
        <p:pic>
          <p:nvPicPr>
            <p:cNvPr id="8" name="图片 7"/>
            <p:cNvPicPr>
              <a:picLocks noChangeAspect="1"/>
            </p:cNvPicPr>
            <p:nvPr/>
          </p:nvPicPr>
          <p:blipFill>
            <a:blip r:embed="rId42" cstate="print">
              <a:grayscl/>
              <a:extLst>
                <a:ext uri="{28A0092B-C50C-407E-A947-70E740481C1C}">
                  <a14:useLocalDpi xmlns:a14="http://schemas.microsoft.com/office/drawing/2010/main" val="0"/>
                </a:ext>
              </a:extLst>
            </a:blip>
            <a:stretch>
              <a:fillRect/>
            </a:stretch>
          </p:blipFill>
          <p:spPr>
            <a:xfrm>
              <a:off x="10409498" y="1226486"/>
              <a:ext cx="601381" cy="601381"/>
            </a:xfrm>
            <a:prstGeom prst="rect">
              <a:avLst/>
            </a:prstGeom>
          </p:spPr>
        </p:pic>
        <p:pic>
          <p:nvPicPr>
            <p:cNvPr id="11" name="图片 10"/>
            <p:cNvPicPr>
              <a:picLocks noChangeAspect="1"/>
            </p:cNvPicPr>
            <p:nvPr/>
          </p:nvPicPr>
          <p:blipFill>
            <a:blip r:embed="rId43" cstate="print">
              <a:grayscl/>
              <a:extLst>
                <a:ext uri="{28A0092B-C50C-407E-A947-70E740481C1C}">
                  <a14:useLocalDpi xmlns:a14="http://schemas.microsoft.com/office/drawing/2010/main" val="0"/>
                </a:ext>
              </a:extLst>
            </a:blip>
            <a:stretch>
              <a:fillRect/>
            </a:stretch>
          </p:blipFill>
          <p:spPr>
            <a:xfrm>
              <a:off x="8561004" y="1206434"/>
              <a:ext cx="641485" cy="641485"/>
            </a:xfrm>
            <a:prstGeom prst="rect">
              <a:avLst/>
            </a:prstGeom>
          </p:spPr>
        </p:pic>
        <p:pic>
          <p:nvPicPr>
            <p:cNvPr id="14" name="图片 13"/>
            <p:cNvPicPr>
              <a:picLocks noChangeAspect="1"/>
            </p:cNvPicPr>
            <p:nvPr/>
          </p:nvPicPr>
          <p:blipFill>
            <a:blip r:embed="rId44" cstate="print">
              <a:grayscl/>
              <a:extLst>
                <a:ext uri="{28A0092B-C50C-407E-A947-70E740481C1C}">
                  <a14:useLocalDpi xmlns:a14="http://schemas.microsoft.com/office/drawing/2010/main" val="0"/>
                </a:ext>
              </a:extLst>
            </a:blip>
            <a:stretch>
              <a:fillRect/>
            </a:stretch>
          </p:blipFill>
          <p:spPr>
            <a:xfrm>
              <a:off x="7622066" y="1197751"/>
              <a:ext cx="658850" cy="658850"/>
            </a:xfrm>
            <a:prstGeom prst="rect">
              <a:avLst/>
            </a:prstGeom>
          </p:spPr>
        </p:pic>
        <p:pic>
          <p:nvPicPr>
            <p:cNvPr id="20" name="图片 19"/>
            <p:cNvPicPr>
              <a:picLocks noChangeAspect="1"/>
            </p:cNvPicPr>
            <p:nvPr/>
          </p:nvPicPr>
          <p:blipFill>
            <a:blip r:embed="rId45" cstate="print">
              <a:grayscl/>
              <a:extLst>
                <a:ext uri="{28A0092B-C50C-407E-A947-70E740481C1C}">
                  <a14:useLocalDpi xmlns:a14="http://schemas.microsoft.com/office/drawing/2010/main" val="0"/>
                </a:ext>
              </a:extLst>
            </a:blip>
            <a:stretch>
              <a:fillRect/>
            </a:stretch>
          </p:blipFill>
          <p:spPr>
            <a:xfrm>
              <a:off x="5761242" y="1197751"/>
              <a:ext cx="658850" cy="658850"/>
            </a:xfrm>
            <a:prstGeom prst="rect">
              <a:avLst/>
            </a:prstGeom>
          </p:spPr>
        </p:pic>
        <p:pic>
          <p:nvPicPr>
            <p:cNvPr id="23" name="图片 22"/>
            <p:cNvPicPr>
              <a:picLocks noChangeAspect="1"/>
            </p:cNvPicPr>
            <p:nvPr/>
          </p:nvPicPr>
          <p:blipFill>
            <a:blip r:embed="rId46" cstate="print">
              <a:grayscl/>
              <a:extLst>
                <a:ext uri="{28A0092B-C50C-407E-A947-70E740481C1C}">
                  <a14:useLocalDpi xmlns:a14="http://schemas.microsoft.com/office/drawing/2010/main" val="0"/>
                </a:ext>
              </a:extLst>
            </a:blip>
            <a:stretch>
              <a:fillRect/>
            </a:stretch>
          </p:blipFill>
          <p:spPr>
            <a:xfrm>
              <a:off x="4822304" y="1197751"/>
              <a:ext cx="658850" cy="658850"/>
            </a:xfrm>
            <a:prstGeom prst="rect">
              <a:avLst/>
            </a:prstGeom>
          </p:spPr>
        </p:pic>
        <p:pic>
          <p:nvPicPr>
            <p:cNvPr id="26" name="图片 25"/>
            <p:cNvPicPr>
              <a:picLocks noChangeAspect="1"/>
            </p:cNvPicPr>
            <p:nvPr/>
          </p:nvPicPr>
          <p:blipFill>
            <a:blip r:embed="rId47" cstate="print">
              <a:grayscl/>
              <a:extLst>
                <a:ext uri="{28A0092B-C50C-407E-A947-70E740481C1C}">
                  <a14:useLocalDpi xmlns:a14="http://schemas.microsoft.com/office/drawing/2010/main" val="0"/>
                </a:ext>
              </a:extLst>
            </a:blip>
            <a:stretch>
              <a:fillRect/>
            </a:stretch>
          </p:blipFill>
          <p:spPr>
            <a:xfrm>
              <a:off x="2985511" y="1218293"/>
              <a:ext cx="617767" cy="617767"/>
            </a:xfrm>
            <a:prstGeom prst="rect">
              <a:avLst/>
            </a:prstGeom>
          </p:spPr>
        </p:pic>
        <p:pic>
          <p:nvPicPr>
            <p:cNvPr id="32" name="图片 31"/>
            <p:cNvPicPr>
              <a:picLocks noChangeAspect="1"/>
            </p:cNvPicPr>
            <p:nvPr/>
          </p:nvPicPr>
          <p:blipFill>
            <a:blip r:embed="rId48" cstate="print">
              <a:grayscl/>
              <a:extLst>
                <a:ext uri="{28A0092B-C50C-407E-A947-70E740481C1C}">
                  <a14:useLocalDpi xmlns:a14="http://schemas.microsoft.com/office/drawing/2010/main" val="0"/>
                </a:ext>
              </a:extLst>
            </a:blip>
            <a:stretch>
              <a:fillRect/>
            </a:stretch>
          </p:blipFill>
          <p:spPr>
            <a:xfrm>
              <a:off x="6700180" y="1206277"/>
              <a:ext cx="641798" cy="641798"/>
            </a:xfrm>
            <a:prstGeom prst="rect">
              <a:avLst/>
            </a:prstGeom>
          </p:spPr>
        </p:pic>
        <p:pic>
          <p:nvPicPr>
            <p:cNvPr id="35" name="图片 34"/>
            <p:cNvPicPr>
              <a:picLocks noChangeAspect="1"/>
            </p:cNvPicPr>
            <p:nvPr/>
          </p:nvPicPr>
          <p:blipFill>
            <a:blip r:embed="rId49" cstate="print">
              <a:grayscl/>
              <a:extLst>
                <a:ext uri="{28A0092B-C50C-407E-A947-70E740481C1C}">
                  <a14:useLocalDpi xmlns:a14="http://schemas.microsoft.com/office/drawing/2010/main" val="0"/>
                </a:ext>
              </a:extLst>
            </a:blip>
            <a:stretch>
              <a:fillRect/>
            </a:stretch>
          </p:blipFill>
          <p:spPr>
            <a:xfrm>
              <a:off x="3883366" y="1197751"/>
              <a:ext cx="658850" cy="658850"/>
            </a:xfrm>
            <a:prstGeom prst="rect">
              <a:avLst/>
            </a:prstGeom>
          </p:spPr>
        </p:pic>
        <p:pic>
          <p:nvPicPr>
            <p:cNvPr id="44" name="图片 43"/>
            <p:cNvPicPr>
              <a:picLocks noChangeAspect="1"/>
            </p:cNvPicPr>
            <p:nvPr/>
          </p:nvPicPr>
          <p:blipFill>
            <a:blip r:embed="rId50" cstate="print">
              <a:grayscl/>
              <a:extLst>
                <a:ext uri="{28A0092B-C50C-407E-A947-70E740481C1C}">
                  <a14:useLocalDpi xmlns:a14="http://schemas.microsoft.com/office/drawing/2010/main" val="0"/>
                </a:ext>
              </a:extLst>
            </a:blip>
            <a:stretch>
              <a:fillRect/>
            </a:stretch>
          </p:blipFill>
          <p:spPr>
            <a:xfrm>
              <a:off x="9482577" y="1203759"/>
              <a:ext cx="646835" cy="646835"/>
            </a:xfrm>
            <a:prstGeom prst="rect">
              <a:avLst/>
            </a:prstGeom>
          </p:spPr>
        </p:pic>
        <p:pic>
          <p:nvPicPr>
            <p:cNvPr id="47" name="图片 46"/>
            <p:cNvPicPr>
              <a:picLocks noChangeAspect="1"/>
            </p:cNvPicPr>
            <p:nvPr/>
          </p:nvPicPr>
          <p:blipFill>
            <a:blip r:embed="rId51" cstate="print">
              <a:grayscl/>
              <a:extLst>
                <a:ext uri="{28A0092B-C50C-407E-A947-70E740481C1C}">
                  <a14:useLocalDpi xmlns:a14="http://schemas.microsoft.com/office/drawing/2010/main" val="0"/>
                </a:ext>
              </a:extLst>
            </a:blip>
            <a:stretch>
              <a:fillRect/>
            </a:stretch>
          </p:blipFill>
          <p:spPr>
            <a:xfrm>
              <a:off x="5815709" y="1934902"/>
              <a:ext cx="646835" cy="646835"/>
            </a:xfrm>
            <a:prstGeom prst="rect">
              <a:avLst/>
            </a:prstGeom>
          </p:spPr>
        </p:pic>
        <p:pic>
          <p:nvPicPr>
            <p:cNvPr id="50" name="图片 49"/>
            <p:cNvPicPr>
              <a:picLocks noChangeAspect="1"/>
            </p:cNvPicPr>
            <p:nvPr/>
          </p:nvPicPr>
          <p:blipFill>
            <a:blip r:embed="rId52" cstate="print">
              <a:grayscl/>
              <a:extLst>
                <a:ext uri="{28A0092B-C50C-407E-A947-70E740481C1C}">
                  <a14:useLocalDpi xmlns:a14="http://schemas.microsoft.com/office/drawing/2010/main" val="0"/>
                </a:ext>
              </a:extLst>
            </a:blip>
            <a:stretch>
              <a:fillRect/>
            </a:stretch>
          </p:blipFill>
          <p:spPr>
            <a:xfrm>
              <a:off x="2963808" y="1918040"/>
              <a:ext cx="680558" cy="680558"/>
            </a:xfrm>
            <a:prstGeom prst="rect">
              <a:avLst/>
            </a:prstGeom>
          </p:spPr>
        </p:pic>
        <p:pic>
          <p:nvPicPr>
            <p:cNvPr id="53" name="图片 52"/>
            <p:cNvPicPr>
              <a:picLocks noChangeAspect="1"/>
            </p:cNvPicPr>
            <p:nvPr/>
          </p:nvPicPr>
          <p:blipFill>
            <a:blip r:embed="rId53" cstate="print">
              <a:grayscl/>
              <a:extLst>
                <a:ext uri="{28A0092B-C50C-407E-A947-70E740481C1C}">
                  <a14:useLocalDpi xmlns:a14="http://schemas.microsoft.com/office/drawing/2010/main" val="0"/>
                </a:ext>
              </a:extLst>
            </a:blip>
            <a:stretch>
              <a:fillRect/>
            </a:stretch>
          </p:blipFill>
          <p:spPr>
            <a:xfrm>
              <a:off x="2035719" y="1918040"/>
              <a:ext cx="680558" cy="680558"/>
            </a:xfrm>
            <a:prstGeom prst="rect">
              <a:avLst/>
            </a:prstGeom>
          </p:spPr>
        </p:pic>
        <p:pic>
          <p:nvPicPr>
            <p:cNvPr id="56" name="图片 55"/>
            <p:cNvPicPr>
              <a:picLocks noChangeAspect="1"/>
            </p:cNvPicPr>
            <p:nvPr/>
          </p:nvPicPr>
          <p:blipFill>
            <a:blip r:embed="rId54" cstate="print">
              <a:grayscl/>
              <a:extLst>
                <a:ext uri="{28A0092B-C50C-407E-A947-70E740481C1C}">
                  <a14:useLocalDpi xmlns:a14="http://schemas.microsoft.com/office/drawing/2010/main" val="0"/>
                </a:ext>
              </a:extLst>
            </a:blip>
            <a:stretch>
              <a:fillRect/>
            </a:stretch>
          </p:blipFill>
          <p:spPr>
            <a:xfrm>
              <a:off x="4853803" y="1901132"/>
              <a:ext cx="714375" cy="714375"/>
            </a:xfrm>
            <a:prstGeom prst="rect">
              <a:avLst/>
            </a:prstGeom>
          </p:spPr>
        </p:pic>
        <p:pic>
          <p:nvPicPr>
            <p:cNvPr id="59" name="图片 58"/>
            <p:cNvPicPr>
              <a:picLocks noChangeAspect="1"/>
            </p:cNvPicPr>
            <p:nvPr/>
          </p:nvPicPr>
          <p:blipFill>
            <a:blip r:embed="rId55" cstate="print">
              <a:grayscl/>
              <a:extLst>
                <a:ext uri="{28A0092B-C50C-407E-A947-70E740481C1C}">
                  <a14:useLocalDpi xmlns:a14="http://schemas.microsoft.com/office/drawing/2010/main" val="0"/>
                </a:ext>
              </a:extLst>
            </a:blip>
            <a:stretch>
              <a:fillRect/>
            </a:stretch>
          </p:blipFill>
          <p:spPr>
            <a:xfrm>
              <a:off x="3891897" y="1901132"/>
              <a:ext cx="714375" cy="714375"/>
            </a:xfrm>
            <a:prstGeom prst="rect">
              <a:avLst/>
            </a:prstGeom>
          </p:spPr>
        </p:pic>
        <p:pic>
          <p:nvPicPr>
            <p:cNvPr id="62" name="图片 61"/>
            <p:cNvPicPr>
              <a:picLocks noChangeAspect="1"/>
            </p:cNvPicPr>
            <p:nvPr/>
          </p:nvPicPr>
          <p:blipFill>
            <a:blip r:embed="rId56" cstate="print">
              <a:grayscl/>
              <a:extLst>
                <a:ext uri="{28A0092B-C50C-407E-A947-70E740481C1C}">
                  <a14:useLocalDpi xmlns:a14="http://schemas.microsoft.com/office/drawing/2010/main" val="0"/>
                </a:ext>
              </a:extLst>
            </a:blip>
            <a:stretch>
              <a:fillRect/>
            </a:stretch>
          </p:blipFill>
          <p:spPr>
            <a:xfrm>
              <a:off x="7592771" y="1969756"/>
              <a:ext cx="577127" cy="577127"/>
            </a:xfrm>
            <a:prstGeom prst="rect">
              <a:avLst/>
            </a:prstGeom>
          </p:spPr>
        </p:pic>
        <p:pic>
          <p:nvPicPr>
            <p:cNvPr id="65" name="图片 64"/>
            <p:cNvPicPr>
              <a:picLocks noChangeAspect="1"/>
            </p:cNvPicPr>
            <p:nvPr/>
          </p:nvPicPr>
          <p:blipFill>
            <a:blip r:embed="rId57" cstate="print">
              <a:grayscl/>
              <a:extLst>
                <a:ext uri="{28A0092B-C50C-407E-A947-70E740481C1C}">
                  <a14:useLocalDpi xmlns:a14="http://schemas.microsoft.com/office/drawing/2010/main" val="0"/>
                </a:ext>
              </a:extLst>
            </a:blip>
            <a:stretch>
              <a:fillRect/>
            </a:stretch>
          </p:blipFill>
          <p:spPr>
            <a:xfrm>
              <a:off x="6710075" y="1940737"/>
              <a:ext cx="635165" cy="635165"/>
            </a:xfrm>
            <a:prstGeom prst="rect">
              <a:avLst/>
            </a:prstGeom>
          </p:spPr>
        </p:pic>
        <p:pic>
          <p:nvPicPr>
            <p:cNvPr id="68" name="图片 67"/>
            <p:cNvPicPr>
              <a:picLocks noChangeAspect="1"/>
            </p:cNvPicPr>
            <p:nvPr/>
          </p:nvPicPr>
          <p:blipFill>
            <a:blip r:embed="rId58" cstate="print">
              <a:grayscl/>
              <a:extLst>
                <a:ext uri="{28A0092B-C50C-407E-A947-70E740481C1C}">
                  <a14:useLocalDpi xmlns:a14="http://schemas.microsoft.com/office/drawing/2010/main" val="0"/>
                </a:ext>
              </a:extLst>
            </a:blip>
            <a:stretch>
              <a:fillRect/>
            </a:stretch>
          </p:blipFill>
          <p:spPr>
            <a:xfrm>
              <a:off x="10389728" y="1937859"/>
              <a:ext cx="640920" cy="640920"/>
            </a:xfrm>
            <a:prstGeom prst="rect">
              <a:avLst/>
            </a:prstGeom>
          </p:spPr>
        </p:pic>
        <p:pic>
          <p:nvPicPr>
            <p:cNvPr id="71" name="图片 70"/>
            <p:cNvPicPr>
              <a:picLocks noChangeAspect="1"/>
            </p:cNvPicPr>
            <p:nvPr/>
          </p:nvPicPr>
          <p:blipFill>
            <a:blip r:embed="rId59" cstate="print">
              <a:grayscl/>
              <a:extLst>
                <a:ext uri="{28A0092B-C50C-407E-A947-70E740481C1C}">
                  <a14:useLocalDpi xmlns:a14="http://schemas.microsoft.com/office/drawing/2010/main" val="0"/>
                </a:ext>
              </a:extLst>
            </a:blip>
            <a:stretch>
              <a:fillRect/>
            </a:stretch>
          </p:blipFill>
          <p:spPr>
            <a:xfrm>
              <a:off x="9386833" y="1880638"/>
              <a:ext cx="755362" cy="755362"/>
            </a:xfrm>
            <a:prstGeom prst="rect">
              <a:avLst/>
            </a:prstGeom>
          </p:spPr>
        </p:pic>
        <p:pic>
          <p:nvPicPr>
            <p:cNvPr id="74" name="图片 73"/>
            <p:cNvPicPr>
              <a:picLocks noChangeAspect="1"/>
            </p:cNvPicPr>
            <p:nvPr/>
          </p:nvPicPr>
          <p:blipFill>
            <a:blip r:embed="rId60" cstate="print">
              <a:grayscl/>
              <a:extLst>
                <a:ext uri="{28A0092B-C50C-407E-A947-70E740481C1C}">
                  <a14:useLocalDpi xmlns:a14="http://schemas.microsoft.com/office/drawing/2010/main" val="0"/>
                </a:ext>
              </a:extLst>
            </a:blip>
            <a:stretch>
              <a:fillRect/>
            </a:stretch>
          </p:blipFill>
          <p:spPr>
            <a:xfrm>
              <a:off x="8417429" y="1897383"/>
              <a:ext cx="721873" cy="721873"/>
            </a:xfrm>
            <a:prstGeom prst="rect">
              <a:avLst/>
            </a:prstGeom>
          </p:spPr>
        </p:pic>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1"/>
          <p:cNvSpPr txBox="1"/>
          <p:nvPr/>
        </p:nvSpPr>
        <p:spPr>
          <a:xfrm>
            <a:off x="0" y="1572999"/>
            <a:ext cx="12192000" cy="1332761"/>
          </a:xfrm>
          <a:prstGeom prst="rect">
            <a:avLst/>
          </a:prstGeom>
          <a:effectLst>
            <a:reflection blurRad="6350" stA="50000" endA="300" endPos="55000" dir="5400000" sy="-100000" algn="bl" rotWithShape="0"/>
          </a:effectLst>
        </p:spPr>
        <p:txBody>
          <a:bodyPr vert="horz" lIns="144000" tIns="144000" rIns="144000" bIns="144000" rtlCol="0" anchor="ctr" anchorCtr="0">
            <a:noAutofit/>
          </a:bodyPr>
          <a:lstStyle>
            <a:lvl1pPr marL="0" indent="0" algn="ctr" defTabSz="914400" rtl="0" eaLnBrk="1" latinLnBrk="0" hangingPunct="1">
              <a:lnSpc>
                <a:spcPct val="100000"/>
              </a:lnSpc>
              <a:spcBef>
                <a:spcPts val="1000"/>
              </a:spcBef>
              <a:buFont typeface="Arial" panose="020B060402020209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sz="9600" spc="300" dirty="0"/>
              <a:t>谢谢大家</a:t>
            </a:r>
            <a:endParaRPr lang="zh-CN" altLang="en-US" sz="9600" spc="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11"/>
          <p:cNvSpPr txBox="1"/>
          <p:nvPr/>
        </p:nvSpPr>
        <p:spPr>
          <a:xfrm>
            <a:off x="0" y="3036039"/>
            <a:ext cx="12192000" cy="753641"/>
          </a:xfrm>
          <a:prstGeom prst="rect">
            <a:avLst/>
          </a:prstGeom>
          <a:effectLst>
            <a:reflection blurRad="6350" stA="50000" endA="300" endPos="55000" dir="5400000" sy="-100000" algn="bl" rotWithShape="0"/>
          </a:effectLst>
        </p:spPr>
        <p:txBody>
          <a:bodyPr vert="horz" lIns="144000" tIns="144000" rIns="144000" bIns="144000" rtlCol="0" anchor="ctr" anchorCtr="0">
            <a:noAutofit/>
          </a:bodyPr>
          <a:lstStyle>
            <a:lvl1pPr marL="0" indent="0" algn="ctr" defTabSz="914400" rtl="0" eaLnBrk="1" latinLnBrk="0" hangingPunct="1">
              <a:lnSpc>
                <a:spcPct val="100000"/>
              </a:lnSpc>
              <a:spcBef>
                <a:spcPts val="1000"/>
              </a:spcBef>
              <a:buFont typeface="Arial" panose="020B0604020202090204" pitchFamily="34" charset="0"/>
              <a:buNone/>
              <a:defRPr sz="6000" b="1" kern="1200">
                <a:solidFill>
                  <a:schemeClr val="bg1"/>
                </a:solidFill>
                <a:effectLst>
                  <a:outerShdw blurRad="38100" dist="38100" dir="2700000" algn="tl">
                    <a:srgbClr val="000000">
                      <a:alpha val="43137"/>
                    </a:srgb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sz="6600" spc="-150" dirty="0"/>
              <a:t>THANKS FOR WATCHING</a:t>
            </a:r>
            <a:endParaRPr lang="zh-CN" altLang="en-US" sz="6600" spc="-150" dirty="0"/>
          </a:p>
        </p:txBody>
      </p:sp>
    </p:spTree>
  </p:cSld>
  <p:clrMapOvr>
    <a:masterClrMapping/>
  </p:clrMapOvr>
</p:sld>
</file>

<file path=ppt/tags/tag1.xml><?xml version="1.0" encoding="utf-8"?>
<p:tagLst xmlns:p="http://schemas.openxmlformats.org/presentationml/2006/main">
  <p:tag name="MH" val="20151209233025"/>
  <p:tag name="MH_LIBRARY" val="GRAPHIC"/>
  <p:tag name="MH_TYPE" val="SubTitle"/>
  <p:tag name="MH_ORDER" val="1"/>
</p:tagLst>
</file>

<file path=ppt/tags/tag2.xml><?xml version="1.0" encoding="utf-8"?>
<p:tagLst xmlns:p="http://schemas.openxmlformats.org/presentationml/2006/main">
  <p:tag name="MH" val="20151209233025"/>
  <p:tag name="MH_LIBRARY" val="GRAPHIC"/>
  <p:tag name="MH_TYPE" val="Other"/>
  <p:tag name="MH_ORDER" val="1"/>
</p:tagLst>
</file>

<file path=ppt/tags/tag3.xml><?xml version="1.0" encoding="utf-8"?>
<p:tagLst xmlns:p="http://schemas.openxmlformats.org/presentationml/2006/main">
  <p:tag name="MH" val="20151209233025"/>
  <p:tag name="MH_LIBRARY" val="GRAPHIC"/>
  <p:tag name="MH_TYPE" val="Other"/>
  <p:tag name="MH_ORDER" val="3"/>
</p:tagLst>
</file>

<file path=ppt/tags/tag4.xml><?xml version="1.0" encoding="utf-8"?>
<p:tagLst xmlns:p="http://schemas.openxmlformats.org/presentationml/2006/main">
  <p:tag name="MH" val="20151209233025"/>
  <p:tag name="MH_LIBRARY" val="GRAPHIC"/>
  <p:tag name="MH_TYPE" val="SubTitle"/>
  <p:tag name="MH_ORDER" val="2"/>
</p:tagLst>
</file>

<file path=ppt/tags/tag5.xml><?xml version="1.0" encoding="utf-8"?>
<p:tagLst xmlns:p="http://schemas.openxmlformats.org/presentationml/2006/main">
  <p:tag name="MH" val="20151209233025"/>
  <p:tag name="MH_LIBRARY" val="GRAPHIC"/>
  <p:tag name="MH_TYPE" val="SubTitle"/>
  <p:tag name="MH_ORDER" val="3"/>
</p:tagLst>
</file>

<file path=ppt/tags/tag6.xml><?xml version="1.0" encoding="utf-8"?>
<p:tagLst xmlns:p="http://schemas.openxmlformats.org/presentationml/2006/main">
  <p:tag name="MH" val="20151209233025"/>
  <p:tag name="MH_LIBRARY" val="GRAPHIC"/>
  <p:tag name="MH_TYPE" val="SubTitle"/>
  <p:tag name="MH_ORDER" val="4"/>
</p:tagLst>
</file>

<file path=ppt/tags/tag7.xml><?xml version="1.0" encoding="utf-8"?>
<p:tagLst xmlns:p="http://schemas.openxmlformats.org/presentationml/2006/main">
  <p:tag name="MH" val="20151209233025"/>
  <p:tag name="MH_LIBRARY" val="GRAPHIC"/>
  <p:tag name="MH_TYPE" val="Other"/>
  <p:tag name="MH_ORDER" val="6"/>
</p:tagLst>
</file>

<file path=ppt/tags/tag8.xml><?xml version="1.0" encoding="utf-8"?>
<p:tagLst xmlns:p="http://schemas.openxmlformats.org/presentationml/2006/main">
  <p:tag name="MH" val="20151209233025"/>
  <p:tag name="MH_LIBRARY" val="GRAPHIC"/>
  <p:tag name="MH_TYPE" val="Other"/>
  <p:tag name="MH_ORDER" val="8"/>
</p:tagLst>
</file>

<file path=ppt/tags/tag9.xml><?xml version="1.0" encoding="utf-8"?>
<p:tagLst xmlns:p="http://schemas.openxmlformats.org/presentationml/2006/main">
  <p:tag name="MH" val="20151209233025"/>
  <p:tag name="MH_LIBRARY" val="GRAPHIC"/>
  <p:tag name="MH_TYPE" val="Other"/>
  <p:tag name="MH_ORDER" val="10"/>
</p:tagLst>
</file>

<file path=ppt/tags/tag10.xml><?xml version="1.0" encoding="utf-8"?>
<p:tagLst xmlns:p="http://schemas.openxmlformats.org/presentationml/2006/main">
  <p:tag name="MH" val="20151209233025"/>
  <p:tag name="MH_LIBRARY" val="GRAPHIC"/>
  <p:tag name="MH_TYPE" val="Other"/>
  <p:tag name="MH_ORDER" val="9"/>
</p:tagLst>
</file>

<file path=ppt/tags/tag11.xml><?xml version="1.0" encoding="utf-8"?>
<p:tagLst xmlns:p="http://schemas.openxmlformats.org/presentationml/2006/main">
  <p:tag name="MH" val="20151209233025"/>
  <p:tag name="MH_LIBRARY" val="GRAPHIC"/>
  <p:tag name="MH_TYPE" val="Other"/>
  <p:tag name="MH_ORDER" val="11"/>
</p:tagLst>
</file>

<file path=ppt/tags/tag12.xml><?xml version="1.0" encoding="utf-8"?>
<p:tagLst xmlns:p="http://schemas.openxmlformats.org/presentationml/2006/main">
  <p:tag name="MH" val="20151209233025"/>
  <p:tag name="MH_LIBRARY" val="GRAPHIC"/>
  <p:tag name="MH_TYPE" val="Other"/>
  <p:tag name="MH_ORDER" val="2"/>
</p:tagLst>
</file>

<file path=ppt/tags/tag13.xml><?xml version="1.0" encoding="utf-8"?>
<p:tagLst xmlns:p="http://schemas.openxmlformats.org/presentationml/2006/main">
  <p:tag name="MH" val="20151209233025"/>
  <p:tag name="MH_LIBRARY" val="GRAPHIC"/>
  <p:tag name="MH_TYPE" val="Other"/>
  <p:tag name="MH_ORDER" val="5"/>
</p:tagLst>
</file>

<file path=ppt/tags/tag14.xml><?xml version="1.0" encoding="utf-8"?>
<p:tagLst xmlns:p="http://schemas.openxmlformats.org/presentationml/2006/main">
  <p:tag name="MH" val="20151209233025"/>
  <p:tag name="MH_LIBRARY" val="GRAPHIC"/>
  <p:tag name="MH_TYPE" val="Other"/>
  <p:tag name="MH_ORDER" val="12"/>
</p:tagLst>
</file>

<file path=ppt/tags/tag15.xml><?xml version="1.0" encoding="utf-8"?>
<p:tagLst xmlns:p="http://schemas.openxmlformats.org/presentationml/2006/main">
  <p:tag name="MH" val="20151209233025"/>
  <p:tag name="MH_LIBRARY" val="GRAPHIC"/>
  <p:tag name="MH_TYPE" val="Other"/>
  <p:tag name="MH_ORDER" val="4"/>
</p:tagLst>
</file>

<file path=ppt/tags/tag16.xml><?xml version="1.0" encoding="utf-8"?>
<p:tagLst xmlns:p="http://schemas.openxmlformats.org/presentationml/2006/main">
  <p:tag name="MH" val="20151209233025"/>
  <p:tag name="MH_LIBRARY" val="GRAPHIC"/>
  <p:tag name="MH_TYPE" val="Other"/>
  <p:tag name="MH_ORDER" val="7"/>
</p:tagLst>
</file>

<file path=ppt/tags/tag17.xml><?xml version="1.0" encoding="utf-8"?>
<p:tagLst xmlns:p="http://schemas.openxmlformats.org/presentationml/2006/main">
  <p:tag name="MH" val="20151209233025"/>
  <p:tag name="MH_LIBRARY" val="GRAPHIC"/>
  <p:tag name="MH_TYPE" val="Other"/>
  <p:tag name="MH_ORDER" val="13"/>
</p:tagLst>
</file>

<file path=ppt/theme/theme1.xml><?xml version="1.0" encoding="utf-8"?>
<a:theme xmlns:a="http://schemas.openxmlformats.org/drawingml/2006/main" name="Office 主题​​">
  <a:themeElements>
    <a:clrScheme name="SJTU-学术">
      <a:dk1>
        <a:srgbClr val="000000"/>
      </a:dk1>
      <a:lt1>
        <a:srgbClr val="FFFFFF"/>
      </a:lt1>
      <a:dk2>
        <a:srgbClr val="003264"/>
      </a:dk2>
      <a:lt2>
        <a:srgbClr val="D9D9D9"/>
      </a:lt2>
      <a:accent1>
        <a:srgbClr val="004098"/>
      </a:accent1>
      <a:accent2>
        <a:srgbClr val="2B75CF"/>
      </a:accent2>
      <a:accent3>
        <a:srgbClr val="BD9F68"/>
      </a:accent3>
      <a:accent4>
        <a:srgbClr val="C55A11"/>
      </a:accent4>
      <a:accent5>
        <a:srgbClr val="FFC000"/>
      </a:accent5>
      <a:accent6>
        <a:srgbClr val="A6A6A6"/>
      </a:accent6>
      <a:hlink>
        <a:srgbClr val="0563C1"/>
      </a:hlink>
      <a:folHlink>
        <a:srgbClr val="954F72"/>
      </a:folHlink>
    </a:clrScheme>
    <a:fontScheme name="自定义 1">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4239</Words>
  <Application>WPS 演示</Application>
  <PresentationFormat>宽屏</PresentationFormat>
  <Paragraphs>407</Paragraphs>
  <Slides>35</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35</vt:i4>
      </vt:variant>
    </vt:vector>
  </HeadingPairs>
  <TitlesOfParts>
    <vt:vector size="57" baseType="lpstr">
      <vt:lpstr>Arial</vt:lpstr>
      <vt:lpstr>宋体</vt:lpstr>
      <vt:lpstr>Wingdings</vt:lpstr>
      <vt:lpstr>微软雅黑</vt:lpstr>
      <vt:lpstr>-apple-system</vt:lpstr>
      <vt:lpstr>Thonburi</vt:lpstr>
      <vt:lpstr>汉仪旗黑</vt:lpstr>
      <vt:lpstr>宋体</vt:lpstr>
      <vt:lpstr>Arial Unicode MS</vt:lpstr>
      <vt:lpstr>Arial Black</vt:lpstr>
      <vt:lpstr>Calibri</vt:lpstr>
      <vt:lpstr>Helvetica Neue</vt:lpstr>
      <vt:lpstr>汉仪书宋二KW</vt:lpstr>
      <vt:lpstr>思源黑体 CN Light</vt:lpstr>
      <vt:lpstr>汉仪中黑KW</vt:lpstr>
      <vt:lpstr>Arial</vt:lpstr>
      <vt:lpstr>Times New Roman</vt:lpstr>
      <vt:lpstr>-apple-system</vt:lpstr>
      <vt:lpstr>微软雅黑</vt:lpstr>
      <vt:lpstr>思源黑体 CN Light</vt:lpstr>
      <vt:lpstr>苹方-简</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Invictus 许歆瑶</dc:creator>
  <cp:lastModifiedBy>企业用户_939703117</cp:lastModifiedBy>
  <cp:revision>128</cp:revision>
  <dcterms:created xsi:type="dcterms:W3CDTF">2026-01-25T09:35:00Z</dcterms:created>
  <dcterms:modified xsi:type="dcterms:W3CDTF">2026-01-25T09:35:00Z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
    <vt:lpwstr>中期汇报.pptx</vt:lpwstr>
  </property>
  <property fmtid="{D5CDD505-2E9C-101B-9397-08002B2CF9AE}" pid="3" name="o">
    <vt:lpwstr>ORG_INFO</vt:lpwstr>
  </property>
  <property fmtid="{D5CDD505-2E9C-101B-9397-08002B2CF9AE}" pid="4" name="d">
    <vt:lpwstr>XM</vt:lpwstr>
  </property>
  <property fmtid="{D5CDD505-2E9C-101B-9397-08002B2CF9AE}" pid="5" name="i">
    <vt:lpwstr>1</vt:lpwstr>
  </property>
  <property fmtid="{D5CDD505-2E9C-101B-9397-08002B2CF9AE}" pid="6" name="s">
    <vt:lpwstr>0d2943cddc747e15f593c813a820c747081aad62</vt:lpwstr>
  </property>
  <property fmtid="{D5CDD505-2E9C-101B-9397-08002B2CF9AE}" pid="7" name="KSOProductBuildVer">
    <vt:lpwstr>2052-12.1.24031.24031</vt:lpwstr>
  </property>
  <property fmtid="{D5CDD505-2E9C-101B-9397-08002B2CF9AE}" pid="8" name="ICV">
    <vt:lpwstr>8839ECFB5979F865B8E37569FB32ED1E_42</vt:lpwstr>
  </property>
</Properties>
</file>